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heme/theme2.xml" ContentType="application/vnd.openxmlformats-officedocument.them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notesSlides/notesSlide1.xml" ContentType="application/vnd.openxmlformats-officedocument.presentationml.notesSlide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notesSlides/notesSlide2.xml" ContentType="application/vnd.openxmlformats-officedocument.presentationml.notesSlide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3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4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5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6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7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8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notesSlides/notesSlide9.xml" ContentType="application/vnd.openxmlformats-officedocument.presentationml.notesSlide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notesSlides/notesSlide10.xml" ContentType="application/vnd.openxmlformats-officedocument.presentationml.notesSlid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notesSlides/notesSlide11.xml" ContentType="application/vnd.openxmlformats-officedocument.presentationml.notesSlide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12.xml" ContentType="application/vnd.openxmlformats-officedocument.presentationml.notesSlide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notesSlides/notesSlide13.xml" ContentType="application/vnd.openxmlformats-officedocument.presentationml.notesSlide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notesSlides/notesSlide14.xml" ContentType="application/vnd.openxmlformats-officedocument.presentationml.notesSlid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notesSlides/notesSlide15.xml" ContentType="application/vnd.openxmlformats-officedocument.presentationml.notesSlide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notesSlides/notesSlide16.xml" ContentType="application/vnd.openxmlformats-officedocument.presentationml.notesSlide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notesSlides/notesSlide17.xml" ContentType="application/vnd.openxmlformats-officedocument.presentationml.notesSlide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notesSlides/notesSlide18.xml" ContentType="application/vnd.openxmlformats-officedocument.presentationml.notesSlide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21"/>
  </p:notesMasterIdLst>
  <p:sldIdLst>
    <p:sldId id="1378" r:id="rId3"/>
    <p:sldId id="1330" r:id="rId4"/>
    <p:sldId id="1402" r:id="rId5"/>
    <p:sldId id="1418" r:id="rId6"/>
    <p:sldId id="1419" r:id="rId7"/>
    <p:sldId id="1423" r:id="rId8"/>
    <p:sldId id="1425" r:id="rId9"/>
    <p:sldId id="1424" r:id="rId10"/>
    <p:sldId id="1427" r:id="rId11"/>
    <p:sldId id="1429" r:id="rId12"/>
    <p:sldId id="1399" r:id="rId13"/>
    <p:sldId id="1431" r:id="rId14"/>
    <p:sldId id="1406" r:id="rId15"/>
    <p:sldId id="1417" r:id="rId16"/>
    <p:sldId id="1432" r:id="rId17"/>
    <p:sldId id="1407" r:id="rId18"/>
    <p:sldId id="1433" r:id="rId19"/>
    <p:sldId id="1396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nyue lin" initials="xl" lastIdx="1" clrIdx="0">
    <p:extLst>
      <p:ext uri="{19B8F6BF-5375-455C-9EA6-DF929625EA0E}">
        <p15:presenceInfo xmlns:p15="http://schemas.microsoft.com/office/powerpoint/2012/main" userId="c60810e27de89a7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6EA2E6"/>
    <a:srgbClr val="FFE4E6"/>
    <a:srgbClr val="FFB2BC"/>
    <a:srgbClr val="E6EDFB"/>
    <a:srgbClr val="55585C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4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yue lin" userId="c60810e27de89a70" providerId="LiveId" clId="{48659A78-B4C9-4B1A-8FEC-8153CC425210}"/>
    <pc:docChg chg="undo custSel addSld delSld modSld sldOrd">
      <pc:chgData name="xinyue lin" userId="c60810e27de89a70" providerId="LiveId" clId="{48659A78-B4C9-4B1A-8FEC-8153CC425210}" dt="2026-04-02T08:52:57.956" v="1914"/>
      <pc:docMkLst>
        <pc:docMk/>
      </pc:docMkLst>
      <pc:sldChg chg="modSp modAnim">
        <pc:chgData name="xinyue lin" userId="c60810e27de89a70" providerId="LiveId" clId="{48659A78-B4C9-4B1A-8FEC-8153CC425210}" dt="2026-04-01T23:58:38.439" v="1724" actId="113"/>
        <pc:sldMkLst>
          <pc:docMk/>
          <pc:sldMk cId="3253525336" sldId="1396"/>
        </pc:sldMkLst>
        <pc:spChg chg="mod">
          <ac:chgData name="xinyue lin" userId="c60810e27de89a70" providerId="LiveId" clId="{48659A78-B4C9-4B1A-8FEC-8153CC425210}" dt="2026-04-01T23:58:38.439" v="1724" actId="113"/>
          <ac:spMkLst>
            <pc:docMk/>
            <pc:sldMk cId="3253525336" sldId="1396"/>
            <ac:spMk id="6" creationId="{B3A3E55A-C2D2-3AF5-7268-8280B89AF938}"/>
          </ac:spMkLst>
        </pc:spChg>
      </pc:sldChg>
      <pc:sldChg chg="delSp modSp mod ord modAnim">
        <pc:chgData name="xinyue lin" userId="c60810e27de89a70" providerId="LiveId" clId="{48659A78-B4C9-4B1A-8FEC-8153CC425210}" dt="2026-04-02T08:32:11.562" v="1913" actId="1036"/>
        <pc:sldMkLst>
          <pc:docMk/>
          <pc:sldMk cId="3292239502" sldId="1399"/>
        </pc:sldMkLst>
        <pc:spChg chg="mod">
          <ac:chgData name="xinyue lin" userId="c60810e27de89a70" providerId="LiveId" clId="{48659A78-B4C9-4B1A-8FEC-8153CC425210}" dt="2026-04-02T08:32:03.918" v="1911" actId="1036"/>
          <ac:spMkLst>
            <pc:docMk/>
            <pc:sldMk cId="3292239502" sldId="1399"/>
            <ac:spMk id="13" creationId="{C7CB1842-561D-5AC8-7BE6-083D20D41297}"/>
          </ac:spMkLst>
        </pc:spChg>
        <pc:spChg chg="mod">
          <ac:chgData name="xinyue lin" userId="c60810e27de89a70" providerId="LiveId" clId="{48659A78-B4C9-4B1A-8FEC-8153CC425210}" dt="2026-04-02T00:00:45.960" v="1752" actId="207"/>
          <ac:spMkLst>
            <pc:docMk/>
            <pc:sldMk cId="3292239502" sldId="1399"/>
            <ac:spMk id="19" creationId="{1DFD450F-4135-AA19-BB6A-523034AB5765}"/>
          </ac:spMkLst>
        </pc:spChg>
        <pc:spChg chg="mod">
          <ac:chgData name="xinyue lin" userId="c60810e27de89a70" providerId="LiveId" clId="{48659A78-B4C9-4B1A-8FEC-8153CC425210}" dt="2026-04-02T08:32:11.562" v="1913" actId="1036"/>
          <ac:spMkLst>
            <pc:docMk/>
            <pc:sldMk cId="3292239502" sldId="1399"/>
            <ac:spMk id="20" creationId="{01FD478A-FFA4-EA33-B28F-68D41827F76E}"/>
          </ac:spMkLst>
        </pc:spChg>
        <pc:spChg chg="mod">
          <ac:chgData name="xinyue lin" userId="c60810e27de89a70" providerId="LiveId" clId="{48659A78-B4C9-4B1A-8FEC-8153CC425210}" dt="2026-04-02T00:03:10.672" v="1789" actId="1076"/>
          <ac:spMkLst>
            <pc:docMk/>
            <pc:sldMk cId="3292239502" sldId="1399"/>
            <ac:spMk id="21" creationId="{66F74CE1-BCC5-EFAB-B486-157E230CD7E6}"/>
          </ac:spMkLst>
        </pc:spChg>
        <pc:spChg chg="mod">
          <ac:chgData name="xinyue lin" userId="c60810e27de89a70" providerId="LiveId" clId="{48659A78-B4C9-4B1A-8FEC-8153CC425210}" dt="2026-04-02T08:32:07.826" v="1912" actId="1036"/>
          <ac:spMkLst>
            <pc:docMk/>
            <pc:sldMk cId="3292239502" sldId="1399"/>
            <ac:spMk id="23" creationId="{8A113E5A-BA81-0ECE-4970-64294360CEB3}"/>
          </ac:spMkLst>
        </pc:spChg>
        <pc:spChg chg="mod">
          <ac:chgData name="xinyue lin" userId="c60810e27de89a70" providerId="LiveId" clId="{48659A78-B4C9-4B1A-8FEC-8153CC425210}" dt="2026-04-02T08:20:36.874" v="1804" actId="207"/>
          <ac:spMkLst>
            <pc:docMk/>
            <pc:sldMk cId="3292239502" sldId="1399"/>
            <ac:spMk id="25" creationId="{8577891B-09C8-BF74-1C4D-7F33552D5E3E}"/>
          </ac:spMkLst>
        </pc:spChg>
        <pc:spChg chg="mod">
          <ac:chgData name="xinyue lin" userId="c60810e27de89a70" providerId="LiveId" clId="{48659A78-B4C9-4B1A-8FEC-8153CC425210}" dt="2026-04-02T00:03:25.561" v="1797" actId="1037"/>
          <ac:spMkLst>
            <pc:docMk/>
            <pc:sldMk cId="3292239502" sldId="1399"/>
            <ac:spMk id="29" creationId="{6E0461B8-10EB-B1FB-9F82-BFB066A91EFE}"/>
          </ac:spMkLst>
        </pc:spChg>
        <pc:grpChg chg="mod">
          <ac:chgData name="xinyue lin" userId="c60810e27de89a70" providerId="LiveId" clId="{48659A78-B4C9-4B1A-8FEC-8153CC425210}" dt="2026-04-02T00:03:25.561" v="1797" actId="1037"/>
          <ac:grpSpMkLst>
            <pc:docMk/>
            <pc:sldMk cId="3292239502" sldId="1399"/>
            <ac:grpSpMk id="35" creationId="{E0BE9AC4-DD05-28AD-3FEA-068BC214C584}"/>
          </ac:grpSpMkLst>
        </pc:grpChg>
        <pc:inkChg chg="del">
          <ac:chgData name="xinyue lin" userId="c60810e27de89a70" providerId="LiveId" clId="{48659A78-B4C9-4B1A-8FEC-8153CC425210}" dt="2026-04-01T08:22:42.732" v="1097" actId="478"/>
          <ac:inkMkLst>
            <pc:docMk/>
            <pc:sldMk cId="3292239502" sldId="1399"/>
            <ac:inkMk id="5" creationId="{00000000-0000-0000-0000-000000000000}"/>
          </ac:inkMkLst>
        </pc:inkChg>
      </pc:sldChg>
      <pc:sldChg chg="addSp delSp modSp del mod ord addAnim delAnim modAnim modShow">
        <pc:chgData name="xinyue lin" userId="c60810e27de89a70" providerId="LiveId" clId="{48659A78-B4C9-4B1A-8FEC-8153CC425210}" dt="2026-04-01T08:29:32.729" v="1196" actId="47"/>
        <pc:sldMkLst>
          <pc:docMk/>
          <pc:sldMk cId="1931209193" sldId="1405"/>
        </pc:sldMkLst>
        <pc:spChg chg="mod">
          <ac:chgData name="xinyue lin" userId="c60810e27de89a70" providerId="LiveId" clId="{48659A78-B4C9-4B1A-8FEC-8153CC425210}" dt="2026-04-01T07:45:40.357" v="393" actId="20577"/>
          <ac:spMkLst>
            <pc:docMk/>
            <pc:sldMk cId="1931209193" sldId="1405"/>
            <ac:spMk id="2" creationId="{767365E4-B7E8-2F52-6311-304571C9D87D}"/>
          </ac:spMkLst>
        </pc:spChg>
        <pc:spChg chg="add del">
          <ac:chgData name="xinyue lin" userId="c60810e27de89a70" providerId="LiveId" clId="{48659A78-B4C9-4B1A-8FEC-8153CC425210}" dt="2026-04-01T07:45:34.682" v="384" actId="478"/>
          <ac:spMkLst>
            <pc:docMk/>
            <pc:sldMk cId="1931209193" sldId="1405"/>
            <ac:spMk id="4" creationId="{59A54FF5-48FF-46CB-201C-F882E079A3F7}"/>
          </ac:spMkLst>
        </pc:spChg>
        <pc:spChg chg="add del">
          <ac:chgData name="xinyue lin" userId="c60810e27de89a70" providerId="LiveId" clId="{48659A78-B4C9-4B1A-8FEC-8153CC425210}" dt="2026-04-01T07:45:34.203" v="383" actId="478"/>
          <ac:spMkLst>
            <pc:docMk/>
            <pc:sldMk cId="1931209193" sldId="1405"/>
            <ac:spMk id="6" creationId="{F2220545-A878-DCE7-DDB7-F487E02642E2}"/>
          </ac:spMkLst>
        </pc:spChg>
        <pc:spChg chg="add del mod">
          <ac:chgData name="xinyue lin" userId="c60810e27de89a70" providerId="LiveId" clId="{48659A78-B4C9-4B1A-8FEC-8153CC425210}" dt="2026-04-01T07:45:34.744" v="386" actId="1076"/>
          <ac:spMkLst>
            <pc:docMk/>
            <pc:sldMk cId="1931209193" sldId="1405"/>
            <ac:spMk id="7" creationId="{B08D96CE-54AD-E2BA-5C07-1B6006B0720E}"/>
          </ac:spMkLst>
        </pc:spChg>
        <pc:picChg chg="mod">
          <ac:chgData name="xinyue lin" userId="c60810e27de89a70" providerId="LiveId" clId="{48659A78-B4C9-4B1A-8FEC-8153CC425210}" dt="2026-04-01T07:45:33.883" v="382" actId="1076"/>
          <ac:picMkLst>
            <pc:docMk/>
            <pc:sldMk cId="1931209193" sldId="1405"/>
            <ac:picMk id="10" creationId="{572C6D80-99D4-7D86-2168-7213E9E69496}"/>
          </ac:picMkLst>
        </pc:picChg>
      </pc:sldChg>
      <pc:sldChg chg="modSp modAnim">
        <pc:chgData name="xinyue lin" userId="c60810e27de89a70" providerId="LiveId" clId="{48659A78-B4C9-4B1A-8FEC-8153CC425210}" dt="2026-04-02T08:52:57.956" v="1914"/>
        <pc:sldMkLst>
          <pc:docMk/>
          <pc:sldMk cId="1605458931" sldId="1407"/>
        </pc:sldMkLst>
        <pc:spChg chg="mod">
          <ac:chgData name="xinyue lin" userId="c60810e27de89a70" providerId="LiveId" clId="{48659A78-B4C9-4B1A-8FEC-8153CC425210}" dt="2026-04-02T08:52:57.956" v="1914"/>
          <ac:spMkLst>
            <pc:docMk/>
            <pc:sldMk cId="1605458931" sldId="1407"/>
            <ac:spMk id="2" creationId="{F0A72C0E-20AD-5666-60EE-2A02567166BE}"/>
          </ac:spMkLst>
        </pc:spChg>
      </pc:sldChg>
      <pc:sldChg chg="addSp delSp modSp del mod delAnim modAnim">
        <pc:chgData name="xinyue lin" userId="c60810e27de89a70" providerId="LiveId" clId="{48659A78-B4C9-4B1A-8FEC-8153CC425210}" dt="2026-04-01T07:40:04.580" v="153" actId="47"/>
        <pc:sldMkLst>
          <pc:docMk/>
          <pc:sldMk cId="2493852981" sldId="1412"/>
        </pc:sldMkLst>
        <pc:spChg chg="del mod">
          <ac:chgData name="xinyue lin" userId="c60810e27de89a70" providerId="LiveId" clId="{48659A78-B4C9-4B1A-8FEC-8153CC425210}" dt="2026-04-01T07:34:29.832" v="65" actId="478"/>
          <ac:spMkLst>
            <pc:docMk/>
            <pc:sldMk cId="2493852981" sldId="1412"/>
            <ac:spMk id="2" creationId="{24BEAC7E-965D-2BD0-667B-2ECE4C986C34}"/>
          </ac:spMkLst>
        </pc:spChg>
        <pc:spChg chg="add mod">
          <ac:chgData name="xinyue lin" userId="c60810e27de89a70" providerId="LiveId" clId="{48659A78-B4C9-4B1A-8FEC-8153CC425210}" dt="2026-04-01T07:34:46.315" v="68" actId="1076"/>
          <ac:spMkLst>
            <pc:docMk/>
            <pc:sldMk cId="2493852981" sldId="1412"/>
            <ac:spMk id="4" creationId="{D530D792-4860-9D2D-71CA-8968832A4E15}"/>
          </ac:spMkLst>
        </pc:spChg>
        <pc:spChg chg="mod">
          <ac:chgData name="xinyue lin" userId="c60810e27de89a70" providerId="LiveId" clId="{48659A78-B4C9-4B1A-8FEC-8153CC425210}" dt="2026-04-01T07:29:15.106" v="42" actId="20577"/>
          <ac:spMkLst>
            <pc:docMk/>
            <pc:sldMk cId="2493852981" sldId="1412"/>
            <ac:spMk id="7" creationId="{E99A721E-371F-2CCD-E45A-DC51D06BBFC3}"/>
          </ac:spMkLst>
        </pc:spChg>
      </pc:sldChg>
      <pc:sldChg chg="modSp del mod">
        <pc:chgData name="xinyue lin" userId="c60810e27de89a70" providerId="LiveId" clId="{48659A78-B4C9-4B1A-8FEC-8153CC425210}" dt="2026-04-01T08:22:28.687" v="1094" actId="47"/>
        <pc:sldMkLst>
          <pc:docMk/>
          <pc:sldMk cId="3924526844" sldId="1413"/>
        </pc:sldMkLst>
        <pc:spChg chg="mod">
          <ac:chgData name="xinyue lin" userId="c60810e27de89a70" providerId="LiveId" clId="{48659A78-B4C9-4B1A-8FEC-8153CC425210}" dt="2026-04-01T07:40:38.555" v="172" actId="207"/>
          <ac:spMkLst>
            <pc:docMk/>
            <pc:sldMk cId="3924526844" sldId="1413"/>
            <ac:spMk id="7" creationId="{B95ADF1A-600D-EFF1-4B8A-D195D9F84044}"/>
          </ac:spMkLst>
        </pc:spChg>
        <pc:grpChg chg="mod">
          <ac:chgData name="xinyue lin" userId="c60810e27de89a70" providerId="LiveId" clId="{48659A78-B4C9-4B1A-8FEC-8153CC425210}" dt="2026-04-01T07:40:30.563" v="170" actId="1076"/>
          <ac:grpSpMkLst>
            <pc:docMk/>
            <pc:sldMk cId="3924526844" sldId="1413"/>
            <ac:grpSpMk id="4" creationId="{1A6B87EF-898A-23A9-4D43-6A6EA0DE7B5D}"/>
          </ac:grpSpMkLst>
        </pc:grpChg>
      </pc:sldChg>
      <pc:sldChg chg="addSp modSp del">
        <pc:chgData name="xinyue lin" userId="c60810e27de89a70" providerId="LiveId" clId="{48659A78-B4C9-4B1A-8FEC-8153CC425210}" dt="2026-04-01T08:22:26.504" v="1093" actId="47"/>
        <pc:sldMkLst>
          <pc:docMk/>
          <pc:sldMk cId="2304502359" sldId="1414"/>
        </pc:sldMkLst>
        <pc:spChg chg="add mod">
          <ac:chgData name="xinyue lin" userId="c60810e27de89a70" providerId="LiveId" clId="{48659A78-B4C9-4B1A-8FEC-8153CC425210}" dt="2026-04-01T08:15:30.142" v="1005"/>
          <ac:spMkLst>
            <pc:docMk/>
            <pc:sldMk cId="2304502359" sldId="1414"/>
            <ac:spMk id="4" creationId="{B16E72A3-0094-DF4F-CFBD-D3489E9C1913}"/>
          </ac:spMkLst>
        </pc:spChg>
        <pc:spChg chg="add mod">
          <ac:chgData name="xinyue lin" userId="c60810e27de89a70" providerId="LiveId" clId="{48659A78-B4C9-4B1A-8FEC-8153CC425210}" dt="2026-04-01T08:15:30.142" v="1005"/>
          <ac:spMkLst>
            <pc:docMk/>
            <pc:sldMk cId="2304502359" sldId="1414"/>
            <ac:spMk id="5" creationId="{BF2BB8D9-E5B5-BD1D-242C-CCB344272BBE}"/>
          </ac:spMkLst>
        </pc:spChg>
        <pc:grpChg chg="add mod">
          <ac:chgData name="xinyue lin" userId="c60810e27de89a70" providerId="LiveId" clId="{48659A78-B4C9-4B1A-8FEC-8153CC425210}" dt="2026-04-01T08:15:30.142" v="1005"/>
          <ac:grpSpMkLst>
            <pc:docMk/>
            <pc:sldMk cId="2304502359" sldId="1414"/>
            <ac:grpSpMk id="2" creationId="{1A6B87EF-898A-23A9-4D43-6A6EA0DE7B5D}"/>
          </ac:grpSpMkLst>
        </pc:grpChg>
      </pc:sldChg>
      <pc:sldChg chg="modAnim">
        <pc:chgData name="xinyue lin" userId="c60810e27de89a70" providerId="LiveId" clId="{48659A78-B4C9-4B1A-8FEC-8153CC425210}" dt="2026-04-01T23:49:09.230" v="1235"/>
        <pc:sldMkLst>
          <pc:docMk/>
          <pc:sldMk cId="1079088369" sldId="1417"/>
        </pc:sldMkLst>
      </pc:sldChg>
      <pc:sldChg chg="addSp modSp mod modAnim">
        <pc:chgData name="xinyue lin" userId="c60810e27de89a70" providerId="LiveId" clId="{48659A78-B4C9-4B1A-8FEC-8153CC425210}" dt="2026-04-01T23:57:54.399" v="1642"/>
        <pc:sldMkLst>
          <pc:docMk/>
          <pc:sldMk cId="1866836666" sldId="1419"/>
        </pc:sldMkLst>
        <pc:spChg chg="mod">
          <ac:chgData name="xinyue lin" userId="c60810e27de89a70" providerId="LiveId" clId="{48659A78-B4C9-4B1A-8FEC-8153CC425210}" dt="2026-04-01T23:47:07.116" v="1219" actId="1035"/>
          <ac:spMkLst>
            <pc:docMk/>
            <pc:sldMk cId="1866836666" sldId="1419"/>
            <ac:spMk id="2" creationId="{6094281E-C7B8-B39F-AD87-D65B3189B792}"/>
          </ac:spMkLst>
        </pc:spChg>
        <pc:spChg chg="add mod">
          <ac:chgData name="xinyue lin" userId="c60810e27de89a70" providerId="LiveId" clId="{48659A78-B4C9-4B1A-8FEC-8153CC425210}" dt="2026-04-01T23:57:32.864" v="1639" actId="207"/>
          <ac:spMkLst>
            <pc:docMk/>
            <pc:sldMk cId="1866836666" sldId="1419"/>
            <ac:spMk id="8" creationId="{00820194-C567-AA46-5E92-E2A1483ADD4B}"/>
          </ac:spMkLst>
        </pc:spChg>
        <pc:spChg chg="mod">
          <ac:chgData name="xinyue lin" userId="c60810e27de89a70" providerId="LiveId" clId="{48659A78-B4C9-4B1A-8FEC-8153CC425210}" dt="2026-04-01T23:47:07.116" v="1219" actId="1035"/>
          <ac:spMkLst>
            <pc:docMk/>
            <pc:sldMk cId="1866836666" sldId="1419"/>
            <ac:spMk id="14" creationId="{82BAD6B3-903D-D7DC-291E-6C07D0907A86}"/>
          </ac:spMkLst>
        </pc:spChg>
        <pc:spChg chg="mod">
          <ac:chgData name="xinyue lin" userId="c60810e27de89a70" providerId="LiveId" clId="{48659A78-B4C9-4B1A-8FEC-8153CC425210}" dt="2026-04-01T23:47:07.116" v="1219" actId="1035"/>
          <ac:spMkLst>
            <pc:docMk/>
            <pc:sldMk cId="1866836666" sldId="1419"/>
            <ac:spMk id="15" creationId="{D64E29FE-0A20-BCDC-ACEF-F5C845C0FAD4}"/>
          </ac:spMkLst>
        </pc:spChg>
        <pc:spChg chg="mod">
          <ac:chgData name="xinyue lin" userId="c60810e27de89a70" providerId="LiveId" clId="{48659A78-B4C9-4B1A-8FEC-8153CC425210}" dt="2026-04-01T23:47:07.116" v="1219" actId="1035"/>
          <ac:spMkLst>
            <pc:docMk/>
            <pc:sldMk cId="1866836666" sldId="1419"/>
            <ac:spMk id="16" creationId="{13948F84-AE1D-97DF-B5C5-1C682DE0021C}"/>
          </ac:spMkLst>
        </pc:spChg>
      </pc:sldChg>
      <pc:sldChg chg="del">
        <pc:chgData name="xinyue lin" userId="c60810e27de89a70" providerId="LiveId" clId="{48659A78-B4C9-4B1A-8FEC-8153CC425210}" dt="2026-04-01T07:27:50.651" v="5" actId="47"/>
        <pc:sldMkLst>
          <pc:docMk/>
          <pc:sldMk cId="2733491445" sldId="1421"/>
        </pc:sldMkLst>
      </pc:sldChg>
      <pc:sldChg chg="del">
        <pc:chgData name="xinyue lin" userId="c60810e27de89a70" providerId="LiveId" clId="{48659A78-B4C9-4B1A-8FEC-8153CC425210}" dt="2026-04-01T07:27:22.548" v="4" actId="47"/>
        <pc:sldMkLst>
          <pc:docMk/>
          <pc:sldMk cId="956717619" sldId="1422"/>
        </pc:sldMkLst>
      </pc:sldChg>
      <pc:sldChg chg="modSp mod">
        <pc:chgData name="xinyue lin" userId="c60810e27de89a70" providerId="LiveId" clId="{48659A78-B4C9-4B1A-8FEC-8153CC425210}" dt="2026-04-01T23:47:59.754" v="1224" actId="1037"/>
        <pc:sldMkLst>
          <pc:docMk/>
          <pc:sldMk cId="3492197515" sldId="1423"/>
        </pc:sldMkLst>
        <pc:spChg chg="mod">
          <ac:chgData name="xinyue lin" userId="c60810e27de89a70" providerId="LiveId" clId="{48659A78-B4C9-4B1A-8FEC-8153CC425210}" dt="2026-04-01T23:47:59.754" v="1224" actId="1037"/>
          <ac:spMkLst>
            <pc:docMk/>
            <pc:sldMk cId="3492197515" sldId="1423"/>
            <ac:spMk id="4" creationId="{FB830D20-D31E-A0CA-ACB7-08923BC25D2B}"/>
          </ac:spMkLst>
        </pc:spChg>
        <pc:spChg chg="mod">
          <ac:chgData name="xinyue lin" userId="c60810e27de89a70" providerId="LiveId" clId="{48659A78-B4C9-4B1A-8FEC-8153CC425210}" dt="2026-04-01T23:47:59.754" v="1224" actId="1037"/>
          <ac:spMkLst>
            <pc:docMk/>
            <pc:sldMk cId="3492197515" sldId="1423"/>
            <ac:spMk id="5" creationId="{47A8B992-8690-F1B4-0AA8-95D81AC136DA}"/>
          </ac:spMkLst>
        </pc:spChg>
        <pc:spChg chg="mod">
          <ac:chgData name="xinyue lin" userId="c60810e27de89a70" providerId="LiveId" clId="{48659A78-B4C9-4B1A-8FEC-8153CC425210}" dt="2026-04-01T23:47:59.754" v="1224" actId="1037"/>
          <ac:spMkLst>
            <pc:docMk/>
            <pc:sldMk cId="3492197515" sldId="1423"/>
            <ac:spMk id="9" creationId="{DE7C4638-2811-9456-DE01-B01E243012F6}"/>
          </ac:spMkLst>
        </pc:spChg>
      </pc:sldChg>
      <pc:sldChg chg="modSp mod addAnim delAnim modAnim">
        <pc:chgData name="xinyue lin" userId="c60810e27de89a70" providerId="LiveId" clId="{48659A78-B4C9-4B1A-8FEC-8153CC425210}" dt="2026-04-02T08:19:06.257" v="1802" actId="1038"/>
        <pc:sldMkLst>
          <pc:docMk/>
          <pc:sldMk cId="1296916322" sldId="1424"/>
        </pc:sldMkLst>
        <pc:spChg chg="mod">
          <ac:chgData name="xinyue lin" userId="c60810e27de89a70" providerId="LiveId" clId="{48659A78-B4C9-4B1A-8FEC-8153CC425210}" dt="2026-04-02T08:19:06.257" v="1802" actId="1038"/>
          <ac:spMkLst>
            <pc:docMk/>
            <pc:sldMk cId="1296916322" sldId="1424"/>
            <ac:spMk id="5" creationId="{1F3A036D-8340-D6FB-B8F4-3167CCEA7FC7}"/>
          </ac:spMkLst>
        </pc:spChg>
        <pc:spChg chg="mod">
          <ac:chgData name="xinyue lin" userId="c60810e27de89a70" providerId="LiveId" clId="{48659A78-B4C9-4B1A-8FEC-8153CC425210}" dt="2026-04-01T08:09:57.737" v="890" actId="207"/>
          <ac:spMkLst>
            <pc:docMk/>
            <pc:sldMk cId="1296916322" sldId="1424"/>
            <ac:spMk id="6" creationId="{181E2199-10C8-F513-3113-9C8FC5ACE81D}"/>
          </ac:spMkLst>
        </pc:spChg>
        <pc:spChg chg="mod">
          <ac:chgData name="xinyue lin" userId="c60810e27de89a70" providerId="LiveId" clId="{48659A78-B4C9-4B1A-8FEC-8153CC425210}" dt="2026-04-01T08:20:37.310" v="1081" actId="207"/>
          <ac:spMkLst>
            <pc:docMk/>
            <pc:sldMk cId="1296916322" sldId="1424"/>
            <ac:spMk id="7" creationId="{C89FC11D-9AA9-59AA-3120-09C1CF6A6DC9}"/>
          </ac:spMkLst>
        </pc:spChg>
        <pc:spChg chg="mod">
          <ac:chgData name="xinyue lin" userId="c60810e27de89a70" providerId="LiveId" clId="{48659A78-B4C9-4B1A-8FEC-8153CC425210}" dt="2026-04-01T08:19:05.656" v="1035" actId="113"/>
          <ac:spMkLst>
            <pc:docMk/>
            <pc:sldMk cId="1296916322" sldId="1424"/>
            <ac:spMk id="8" creationId="{F777DF8F-0DE0-D51D-8D76-B6D25E01316D}"/>
          </ac:spMkLst>
        </pc:spChg>
        <pc:spChg chg="mod">
          <ac:chgData name="xinyue lin" userId="c60810e27de89a70" providerId="LiveId" clId="{48659A78-B4C9-4B1A-8FEC-8153CC425210}" dt="2026-04-01T08:19:52.597" v="1073" actId="1076"/>
          <ac:spMkLst>
            <pc:docMk/>
            <pc:sldMk cId="1296916322" sldId="1424"/>
            <ac:spMk id="11" creationId="{FE6E4003-6697-D856-A9ED-EF6D25C54856}"/>
          </ac:spMkLst>
        </pc:spChg>
        <pc:spChg chg="mod">
          <ac:chgData name="xinyue lin" userId="c60810e27de89a70" providerId="LiveId" clId="{48659A78-B4C9-4B1A-8FEC-8153CC425210}" dt="2026-04-01T08:19:57.140" v="1074" actId="1076"/>
          <ac:spMkLst>
            <pc:docMk/>
            <pc:sldMk cId="1296916322" sldId="1424"/>
            <ac:spMk id="13" creationId="{3BFF0133-5608-CA2B-4F52-D0C1E2803139}"/>
          </ac:spMkLst>
        </pc:spChg>
      </pc:sldChg>
      <pc:sldChg chg="addSp delSp modSp mod addAnim delAnim modAnim">
        <pc:chgData name="xinyue lin" userId="c60810e27de89a70" providerId="LiveId" clId="{48659A78-B4C9-4B1A-8FEC-8153CC425210}" dt="2026-04-01T23:48:09.022" v="1229" actId="1037"/>
        <pc:sldMkLst>
          <pc:docMk/>
          <pc:sldMk cId="1271156690" sldId="1425"/>
        </pc:sldMkLst>
        <pc:spChg chg="del mod">
          <ac:chgData name="xinyue lin" userId="c60810e27de89a70" providerId="LiveId" clId="{48659A78-B4C9-4B1A-8FEC-8153CC425210}" dt="2026-04-01T07:56:10.635" v="632" actId="478"/>
          <ac:spMkLst>
            <pc:docMk/>
            <pc:sldMk cId="1271156690" sldId="1425"/>
            <ac:spMk id="4" creationId="{4AA0B0F8-2214-DA29-B93A-64C0EBFDA56E}"/>
          </ac:spMkLst>
        </pc:spChg>
        <pc:spChg chg="add mod">
          <ac:chgData name="xinyue lin" userId="c60810e27de89a70" providerId="LiveId" clId="{48659A78-B4C9-4B1A-8FEC-8153CC425210}" dt="2026-04-01T23:48:09.022" v="1229" actId="1037"/>
          <ac:spMkLst>
            <pc:docMk/>
            <pc:sldMk cId="1271156690" sldId="1425"/>
            <ac:spMk id="5" creationId="{1A4807F2-0348-76C6-8F5F-965FEE8DCBD6}"/>
          </ac:spMkLst>
        </pc:spChg>
        <pc:spChg chg="mod ord">
          <ac:chgData name="xinyue lin" userId="c60810e27de89a70" providerId="LiveId" clId="{48659A78-B4C9-4B1A-8FEC-8153CC425210}" dt="2026-04-01T23:48:09.022" v="1229" actId="1037"/>
          <ac:spMkLst>
            <pc:docMk/>
            <pc:sldMk cId="1271156690" sldId="1425"/>
            <ac:spMk id="6" creationId="{67407E39-19AF-2F8D-F95A-15027CCDBD52}"/>
          </ac:spMkLst>
        </pc:spChg>
        <pc:spChg chg="add mod">
          <ac:chgData name="xinyue lin" userId="c60810e27de89a70" providerId="LiveId" clId="{48659A78-B4C9-4B1A-8FEC-8153CC425210}" dt="2026-04-01T23:48:09.022" v="1229" actId="1037"/>
          <ac:spMkLst>
            <pc:docMk/>
            <pc:sldMk cId="1271156690" sldId="1425"/>
            <ac:spMk id="7" creationId="{8977175E-C81D-2DDB-99D6-E76F28691E5D}"/>
          </ac:spMkLst>
        </pc:spChg>
        <pc:spChg chg="add mod">
          <ac:chgData name="xinyue lin" userId="c60810e27de89a70" providerId="LiveId" clId="{48659A78-B4C9-4B1A-8FEC-8153CC425210}" dt="2026-04-01T23:48:09.022" v="1229" actId="1037"/>
          <ac:spMkLst>
            <pc:docMk/>
            <pc:sldMk cId="1271156690" sldId="1425"/>
            <ac:spMk id="8" creationId="{D9A9E3C2-2176-E82A-44E8-CFA5E264D3D5}"/>
          </ac:spMkLst>
        </pc:spChg>
        <pc:spChg chg="add mod">
          <ac:chgData name="xinyue lin" userId="c60810e27de89a70" providerId="LiveId" clId="{48659A78-B4C9-4B1A-8FEC-8153CC425210}" dt="2026-04-01T23:48:09.022" v="1229" actId="1037"/>
          <ac:spMkLst>
            <pc:docMk/>
            <pc:sldMk cId="1271156690" sldId="1425"/>
            <ac:spMk id="9" creationId="{645BCF00-3A8F-C871-F4EF-079AF864F278}"/>
          </ac:spMkLst>
        </pc:spChg>
        <pc:spChg chg="add mod">
          <ac:chgData name="xinyue lin" userId="c60810e27de89a70" providerId="LiveId" clId="{48659A78-B4C9-4B1A-8FEC-8153CC425210}" dt="2026-04-01T23:48:09.022" v="1229" actId="1037"/>
          <ac:spMkLst>
            <pc:docMk/>
            <pc:sldMk cId="1271156690" sldId="1425"/>
            <ac:spMk id="11" creationId="{B87F58BB-BFCA-FB8B-ABE7-2598EED1C40A}"/>
          </ac:spMkLst>
        </pc:spChg>
      </pc:sldChg>
      <pc:sldChg chg="addSp delSp modSp add del mod ord delAnim modAnim">
        <pc:chgData name="xinyue lin" userId="c60810e27de89a70" providerId="LiveId" clId="{48659A78-B4C9-4B1A-8FEC-8153CC425210}" dt="2026-04-01T08:28:42.906" v="1190" actId="47"/>
        <pc:sldMkLst>
          <pc:docMk/>
          <pc:sldMk cId="1700021940" sldId="1426"/>
        </pc:sldMkLst>
        <pc:spChg chg="add mod">
          <ac:chgData name="xinyue lin" userId="c60810e27de89a70" providerId="LiveId" clId="{48659A78-B4C9-4B1A-8FEC-8153CC425210}" dt="2026-04-01T07:39:47.001" v="150" actId="20577"/>
          <ac:spMkLst>
            <pc:docMk/>
            <pc:sldMk cId="1700021940" sldId="1426"/>
            <ac:spMk id="5" creationId="{06AFC50F-52FD-AFCD-409C-BE251294CADB}"/>
          </ac:spMkLst>
        </pc:spChg>
        <pc:spChg chg="del">
          <ac:chgData name="xinyue lin" userId="c60810e27de89a70" providerId="LiveId" clId="{48659A78-B4C9-4B1A-8FEC-8153CC425210}" dt="2026-04-01T07:34:56.740" v="69" actId="478"/>
          <ac:spMkLst>
            <pc:docMk/>
            <pc:sldMk cId="1700021940" sldId="1426"/>
            <ac:spMk id="7" creationId="{FC32641A-CCA8-01B4-4D49-E875F59704BF}"/>
          </ac:spMkLst>
        </pc:spChg>
        <pc:spChg chg="del">
          <ac:chgData name="xinyue lin" userId="c60810e27de89a70" providerId="LiveId" clId="{48659A78-B4C9-4B1A-8FEC-8153CC425210}" dt="2026-04-01T07:34:56.740" v="69" actId="478"/>
          <ac:spMkLst>
            <pc:docMk/>
            <pc:sldMk cId="1700021940" sldId="1426"/>
            <ac:spMk id="8" creationId="{4AEFE187-8996-3DAD-1695-5B16A4C2A60F}"/>
          </ac:spMkLst>
        </pc:spChg>
        <pc:spChg chg="add mod">
          <ac:chgData name="xinyue lin" userId="c60810e27de89a70" providerId="LiveId" clId="{48659A78-B4C9-4B1A-8FEC-8153CC425210}" dt="2026-04-01T08:12:04.347" v="954"/>
          <ac:spMkLst>
            <pc:docMk/>
            <pc:sldMk cId="1700021940" sldId="1426"/>
            <ac:spMk id="9" creationId="{2EA21F5D-C1D0-DC08-24AA-90DBD8D7AB48}"/>
          </ac:spMkLst>
        </pc:spChg>
        <pc:spChg chg="del">
          <ac:chgData name="xinyue lin" userId="c60810e27de89a70" providerId="LiveId" clId="{48659A78-B4C9-4B1A-8FEC-8153CC425210}" dt="2026-04-01T07:34:56.740" v="69" actId="478"/>
          <ac:spMkLst>
            <pc:docMk/>
            <pc:sldMk cId="1700021940" sldId="1426"/>
            <ac:spMk id="11" creationId="{3B0F11CA-1AAD-9D5F-D0FB-F770F7D63372}"/>
          </ac:spMkLst>
        </pc:spChg>
        <pc:spChg chg="del">
          <ac:chgData name="xinyue lin" userId="c60810e27de89a70" providerId="LiveId" clId="{48659A78-B4C9-4B1A-8FEC-8153CC425210}" dt="2026-04-01T07:34:56.740" v="69" actId="478"/>
          <ac:spMkLst>
            <pc:docMk/>
            <pc:sldMk cId="1700021940" sldId="1426"/>
            <ac:spMk id="13" creationId="{0F51EDA8-DF27-9293-9BCA-06033C0685BD}"/>
          </ac:spMkLst>
        </pc:spChg>
        <pc:spChg chg="add mod">
          <ac:chgData name="xinyue lin" userId="c60810e27de89a70" providerId="LiveId" clId="{48659A78-B4C9-4B1A-8FEC-8153CC425210}" dt="2026-04-01T08:10:45.813" v="919" actId="1076"/>
          <ac:spMkLst>
            <pc:docMk/>
            <pc:sldMk cId="1700021940" sldId="1426"/>
            <ac:spMk id="17" creationId="{D7B1CAC5-1D3A-8625-27F2-D4EA3AA3A1B7}"/>
          </ac:spMkLst>
        </pc:spChg>
        <pc:spChg chg="add mod">
          <ac:chgData name="xinyue lin" userId="c60810e27de89a70" providerId="LiveId" clId="{48659A78-B4C9-4B1A-8FEC-8153CC425210}" dt="2026-04-01T08:11:35.068" v="946" actId="1037"/>
          <ac:spMkLst>
            <pc:docMk/>
            <pc:sldMk cId="1700021940" sldId="1426"/>
            <ac:spMk id="18" creationId="{C2C341C2-A8B0-ECBB-B2DD-3C480A405B0B}"/>
          </ac:spMkLst>
        </pc:spChg>
        <pc:grpChg chg="add mod">
          <ac:chgData name="xinyue lin" userId="c60810e27de89a70" providerId="LiveId" clId="{48659A78-B4C9-4B1A-8FEC-8153CC425210}" dt="2026-04-01T08:01:18.219" v="791" actId="164"/>
          <ac:grpSpMkLst>
            <pc:docMk/>
            <pc:sldMk cId="1700021940" sldId="1426"/>
            <ac:grpSpMk id="19" creationId="{58FC5602-0FA8-3198-813C-4238E994FE3D}"/>
          </ac:grpSpMkLst>
        </pc:grpChg>
        <pc:grpChg chg="add mod">
          <ac:chgData name="xinyue lin" userId="c60810e27de89a70" providerId="LiveId" clId="{48659A78-B4C9-4B1A-8FEC-8153CC425210}" dt="2026-04-01T08:01:25.362" v="792" actId="164"/>
          <ac:grpSpMkLst>
            <pc:docMk/>
            <pc:sldMk cId="1700021940" sldId="1426"/>
            <ac:grpSpMk id="20" creationId="{789A866A-6955-1E75-767C-6C168BC571AA}"/>
          </ac:grpSpMkLst>
        </pc:grpChg>
        <pc:cxnChg chg="add mod">
          <ac:chgData name="xinyue lin" userId="c60810e27de89a70" providerId="LiveId" clId="{48659A78-B4C9-4B1A-8FEC-8153CC425210}" dt="2026-04-01T08:01:18.219" v="791" actId="164"/>
          <ac:cxnSpMkLst>
            <pc:docMk/>
            <pc:sldMk cId="1700021940" sldId="1426"/>
            <ac:cxnSpMk id="10" creationId="{3EB343C2-8010-07B3-D5C8-3CF5E1180160}"/>
          </ac:cxnSpMkLst>
        </pc:cxnChg>
        <pc:cxnChg chg="add mod">
          <ac:chgData name="xinyue lin" userId="c60810e27de89a70" providerId="LiveId" clId="{48659A78-B4C9-4B1A-8FEC-8153CC425210}" dt="2026-04-01T08:01:25.362" v="792" actId="164"/>
          <ac:cxnSpMkLst>
            <pc:docMk/>
            <pc:sldMk cId="1700021940" sldId="1426"/>
            <ac:cxnSpMk id="16" creationId="{ADC57933-99B0-174A-24E3-4A60553586D0}"/>
          </ac:cxnSpMkLst>
        </pc:cxnChg>
      </pc:sldChg>
      <pc:sldChg chg="addSp delSp modSp add mod delAnim modAnim">
        <pc:chgData name="xinyue lin" userId="c60810e27de89a70" providerId="LiveId" clId="{48659A78-B4C9-4B1A-8FEC-8153CC425210}" dt="2026-04-01T08:31:05.803" v="1209" actId="478"/>
        <pc:sldMkLst>
          <pc:docMk/>
          <pc:sldMk cId="2243201100" sldId="1427"/>
        </pc:sldMkLst>
        <pc:spChg chg="mod">
          <ac:chgData name="xinyue lin" userId="c60810e27de89a70" providerId="LiveId" clId="{48659A78-B4C9-4B1A-8FEC-8153CC425210}" dt="2026-04-01T08:16:43.319" v="1015" actId="14100"/>
          <ac:spMkLst>
            <pc:docMk/>
            <pc:sldMk cId="2243201100" sldId="1427"/>
            <ac:spMk id="2" creationId="{63771302-0C8F-E4C3-0869-114A093B98DC}"/>
          </ac:spMkLst>
        </pc:spChg>
        <pc:spChg chg="del mod">
          <ac:chgData name="xinyue lin" userId="c60810e27de89a70" providerId="LiveId" clId="{48659A78-B4C9-4B1A-8FEC-8153CC425210}" dt="2026-04-01T08:31:05.803" v="1209" actId="478"/>
          <ac:spMkLst>
            <pc:docMk/>
            <pc:sldMk cId="2243201100" sldId="1427"/>
            <ac:spMk id="4" creationId="{D9C1C76E-826F-CB5E-8552-04D860AEABC2}"/>
          </ac:spMkLst>
        </pc:spChg>
        <pc:spChg chg="add mod">
          <ac:chgData name="xinyue lin" userId="c60810e27de89a70" providerId="LiveId" clId="{48659A78-B4C9-4B1A-8FEC-8153CC425210}" dt="2026-04-01T08:26:31.861" v="1149" actId="1076"/>
          <ac:spMkLst>
            <pc:docMk/>
            <pc:sldMk cId="2243201100" sldId="1427"/>
            <ac:spMk id="5" creationId="{6698F33D-17E4-F29B-F371-C6AB47B5FC07}"/>
          </ac:spMkLst>
        </pc:spChg>
        <pc:spChg chg="del mod">
          <ac:chgData name="xinyue lin" userId="c60810e27de89a70" providerId="LiveId" clId="{48659A78-B4C9-4B1A-8FEC-8153CC425210}" dt="2026-04-01T08:31:05.803" v="1209" actId="478"/>
          <ac:spMkLst>
            <pc:docMk/>
            <pc:sldMk cId="2243201100" sldId="1427"/>
            <ac:spMk id="6" creationId="{4F35A47A-E97E-4EE0-4700-8362B6CBA1CE}"/>
          </ac:spMkLst>
        </pc:spChg>
        <pc:spChg chg="del mod">
          <ac:chgData name="xinyue lin" userId="c60810e27de89a70" providerId="LiveId" clId="{48659A78-B4C9-4B1A-8FEC-8153CC425210}" dt="2026-04-01T07:51:28.218" v="595" actId="478"/>
          <ac:spMkLst>
            <pc:docMk/>
            <pc:sldMk cId="2243201100" sldId="1427"/>
            <ac:spMk id="7" creationId="{CABBA0C8-F15D-F2A9-BBB2-675FEF96FF95}"/>
          </ac:spMkLst>
        </pc:spChg>
        <pc:spChg chg="mod">
          <ac:chgData name="xinyue lin" userId="c60810e27de89a70" providerId="LiveId" clId="{48659A78-B4C9-4B1A-8FEC-8153CC425210}" dt="2026-04-01T08:25:51.889" v="1138" actId="14100"/>
          <ac:spMkLst>
            <pc:docMk/>
            <pc:sldMk cId="2243201100" sldId="1427"/>
            <ac:spMk id="9" creationId="{7BF9DBA5-A001-A0EE-EFC4-EC8666FA0F7C}"/>
          </ac:spMkLst>
        </pc:spChg>
        <pc:spChg chg="mod">
          <ac:chgData name="xinyue lin" userId="c60810e27de89a70" providerId="LiveId" clId="{48659A78-B4C9-4B1A-8FEC-8153CC425210}" dt="2026-04-01T08:26:15.910" v="1146" actId="1076"/>
          <ac:spMkLst>
            <pc:docMk/>
            <pc:sldMk cId="2243201100" sldId="1427"/>
            <ac:spMk id="11" creationId="{5453B887-5846-1587-B8E0-FC613C6E42B5}"/>
          </ac:spMkLst>
        </pc:spChg>
        <pc:spChg chg="add mod">
          <ac:chgData name="xinyue lin" userId="c60810e27de89a70" providerId="LiveId" clId="{48659A78-B4C9-4B1A-8FEC-8153CC425210}" dt="2026-04-01T08:26:24.935" v="1148" actId="404"/>
          <ac:spMkLst>
            <pc:docMk/>
            <pc:sldMk cId="2243201100" sldId="1427"/>
            <ac:spMk id="12" creationId="{39B67C9B-F1D5-6315-1215-B2B81EEA3E75}"/>
          </ac:spMkLst>
        </pc:spChg>
        <pc:spChg chg="add mod">
          <ac:chgData name="xinyue lin" userId="c60810e27de89a70" providerId="LiveId" clId="{48659A78-B4C9-4B1A-8FEC-8153CC425210}" dt="2026-04-01T08:29:08.872" v="1195"/>
          <ac:spMkLst>
            <pc:docMk/>
            <pc:sldMk cId="2243201100" sldId="1427"/>
            <ac:spMk id="14" creationId="{001F77BA-5335-908C-9610-B1ADC4BA90C5}"/>
          </ac:spMkLst>
        </pc:spChg>
        <pc:spChg chg="add mod">
          <ac:chgData name="xinyue lin" userId="c60810e27de89a70" providerId="LiveId" clId="{48659A78-B4C9-4B1A-8FEC-8153CC425210}" dt="2026-04-01T08:28:23.034" v="1189" actId="1036"/>
          <ac:spMkLst>
            <pc:docMk/>
            <pc:sldMk cId="2243201100" sldId="1427"/>
            <ac:spMk id="15" creationId="{32F617D6-5F43-9861-1B04-0037E8288249}"/>
          </ac:spMkLst>
        </pc:spChg>
        <pc:spChg chg="mod">
          <ac:chgData name="xinyue lin" userId="c60810e27de89a70" providerId="LiveId" clId="{48659A78-B4C9-4B1A-8FEC-8153CC425210}" dt="2026-04-01T08:27:52.989" v="1170" actId="1076"/>
          <ac:spMkLst>
            <pc:docMk/>
            <pc:sldMk cId="2243201100" sldId="1427"/>
            <ac:spMk id="18" creationId="{1653CC97-F596-7D3D-49A4-F607C37B0380}"/>
          </ac:spMkLst>
        </pc:spChg>
        <pc:spChg chg="mod">
          <ac:chgData name="xinyue lin" userId="c60810e27de89a70" providerId="LiveId" clId="{48659A78-B4C9-4B1A-8FEC-8153CC425210}" dt="2026-04-01T08:28:08.017" v="1175" actId="1038"/>
          <ac:spMkLst>
            <pc:docMk/>
            <pc:sldMk cId="2243201100" sldId="1427"/>
            <ac:spMk id="21" creationId="{D0A33173-86E1-C38C-3B98-4C54C469C9C3}"/>
          </ac:spMkLst>
        </pc:spChg>
        <pc:grpChg chg="add mod">
          <ac:chgData name="xinyue lin" userId="c60810e27de89a70" providerId="LiveId" clId="{48659A78-B4C9-4B1A-8FEC-8153CC425210}" dt="2026-04-01T08:26:38.863" v="1150" actId="1076"/>
          <ac:grpSpMkLst>
            <pc:docMk/>
            <pc:sldMk cId="2243201100" sldId="1427"/>
            <ac:grpSpMk id="8" creationId="{76861057-23AD-7488-52B6-9F9AB81B0590}"/>
          </ac:grpSpMkLst>
        </pc:grpChg>
        <pc:grpChg chg="add mod">
          <ac:chgData name="xinyue lin" userId="c60810e27de89a70" providerId="LiveId" clId="{48659A78-B4C9-4B1A-8FEC-8153CC425210}" dt="2026-04-01T08:28:23.034" v="1189" actId="1036"/>
          <ac:grpSpMkLst>
            <pc:docMk/>
            <pc:sldMk cId="2243201100" sldId="1427"/>
            <ac:grpSpMk id="16" creationId="{6A334FB5-CC9C-8929-8A6D-B0EB638F7F4B}"/>
          </ac:grpSpMkLst>
        </pc:grpChg>
        <pc:grpChg chg="add mod">
          <ac:chgData name="xinyue lin" userId="c60810e27de89a70" providerId="LiveId" clId="{48659A78-B4C9-4B1A-8FEC-8153CC425210}" dt="2026-04-01T08:28:23.034" v="1189" actId="1036"/>
          <ac:grpSpMkLst>
            <pc:docMk/>
            <pc:sldMk cId="2243201100" sldId="1427"/>
            <ac:grpSpMk id="19" creationId="{1B468607-56D3-0E6C-AF15-D339BC453947}"/>
          </ac:grpSpMkLst>
        </pc:grpChg>
        <pc:picChg chg="del mod">
          <ac:chgData name="xinyue lin" userId="c60810e27de89a70" providerId="LiveId" clId="{48659A78-B4C9-4B1A-8FEC-8153CC425210}" dt="2026-04-01T08:12:28.869" v="957" actId="478"/>
          <ac:picMkLst>
            <pc:docMk/>
            <pc:sldMk cId="2243201100" sldId="1427"/>
            <ac:picMk id="10" creationId="{676ED3B1-7B84-EF32-275C-A5A7611E5364}"/>
          </ac:picMkLst>
        </pc:picChg>
        <pc:cxnChg chg="mod">
          <ac:chgData name="xinyue lin" userId="c60810e27de89a70" providerId="LiveId" clId="{48659A78-B4C9-4B1A-8FEC-8153CC425210}" dt="2026-04-01T08:27:44.725" v="1165" actId="14100"/>
          <ac:cxnSpMkLst>
            <pc:docMk/>
            <pc:sldMk cId="2243201100" sldId="1427"/>
            <ac:cxnSpMk id="17" creationId="{ED40F546-DC58-9CF9-9CD1-DEE63A87588B}"/>
          </ac:cxnSpMkLst>
        </pc:cxnChg>
        <pc:cxnChg chg="mod">
          <ac:chgData name="xinyue lin" userId="c60810e27de89a70" providerId="LiveId" clId="{48659A78-B4C9-4B1A-8FEC-8153CC425210}" dt="2026-04-01T08:27:48.945" v="1169" actId="14100"/>
          <ac:cxnSpMkLst>
            <pc:docMk/>
            <pc:sldMk cId="2243201100" sldId="1427"/>
            <ac:cxnSpMk id="20" creationId="{ACA8494D-3D13-0CA9-0413-FEABB28DD0D9}"/>
          </ac:cxnSpMkLst>
        </pc:cxnChg>
      </pc:sldChg>
      <pc:sldChg chg="modSp add del mod">
        <pc:chgData name="xinyue lin" userId="c60810e27de89a70" providerId="LiveId" clId="{48659A78-B4C9-4B1A-8FEC-8153CC425210}" dt="2026-04-01T08:12:21.319" v="955" actId="2696"/>
        <pc:sldMkLst>
          <pc:docMk/>
          <pc:sldMk cId="2389246170" sldId="1428"/>
        </pc:sldMkLst>
        <pc:picChg chg="mod">
          <ac:chgData name="xinyue lin" userId="c60810e27de89a70" providerId="LiveId" clId="{48659A78-B4C9-4B1A-8FEC-8153CC425210}" dt="2026-04-01T08:04:56.132" v="851" actId="14100"/>
          <ac:picMkLst>
            <pc:docMk/>
            <pc:sldMk cId="2389246170" sldId="1428"/>
            <ac:picMk id="10" creationId="{7223600D-D96B-6460-483B-F5443D9D606C}"/>
          </ac:picMkLst>
        </pc:picChg>
      </pc:sldChg>
      <pc:sldChg chg="add del">
        <pc:chgData name="xinyue lin" userId="c60810e27de89a70" providerId="LiveId" clId="{48659A78-B4C9-4B1A-8FEC-8153CC425210}" dt="2026-04-01T08:17:44.039" v="1028" actId="47"/>
        <pc:sldMkLst>
          <pc:docMk/>
          <pc:sldMk cId="3411644143" sldId="1428"/>
        </pc:sldMkLst>
      </pc:sldChg>
      <pc:sldChg chg="addSp delSp modSp add mod ord delAnim modAnim">
        <pc:chgData name="xinyue lin" userId="c60810e27de89a70" providerId="LiveId" clId="{48659A78-B4C9-4B1A-8FEC-8153CC425210}" dt="2026-04-01T08:30:59.419" v="1207"/>
        <pc:sldMkLst>
          <pc:docMk/>
          <pc:sldMk cId="879649792" sldId="1429"/>
        </pc:sldMkLst>
        <pc:spChg chg="del">
          <ac:chgData name="xinyue lin" userId="c60810e27de89a70" providerId="LiveId" clId="{48659A78-B4C9-4B1A-8FEC-8153CC425210}" dt="2026-04-01T08:22:12.022" v="1091" actId="478"/>
          <ac:spMkLst>
            <pc:docMk/>
            <pc:sldMk cId="879649792" sldId="1429"/>
            <ac:spMk id="4" creationId="{00203595-B540-F17B-7E80-2A4C779C9866}"/>
          </ac:spMkLst>
        </pc:spChg>
        <pc:spChg chg="del">
          <ac:chgData name="xinyue lin" userId="c60810e27de89a70" providerId="LiveId" clId="{48659A78-B4C9-4B1A-8FEC-8153CC425210}" dt="2026-04-01T08:17:29.876" v="1024" actId="478"/>
          <ac:spMkLst>
            <pc:docMk/>
            <pc:sldMk cId="879649792" sldId="1429"/>
            <ac:spMk id="5" creationId="{7FE67361-FFFC-6D32-8A93-01493709EA01}"/>
          </ac:spMkLst>
        </pc:spChg>
        <pc:spChg chg="del">
          <ac:chgData name="xinyue lin" userId="c60810e27de89a70" providerId="LiveId" clId="{48659A78-B4C9-4B1A-8FEC-8153CC425210}" dt="2026-04-01T08:22:10.620" v="1090" actId="478"/>
          <ac:spMkLst>
            <pc:docMk/>
            <pc:sldMk cId="879649792" sldId="1429"/>
            <ac:spMk id="6" creationId="{26A970D9-E5B8-E00E-0877-41D54BF9CF04}"/>
          </ac:spMkLst>
        </pc:spChg>
        <pc:spChg chg="del">
          <ac:chgData name="xinyue lin" userId="c60810e27de89a70" providerId="LiveId" clId="{48659A78-B4C9-4B1A-8FEC-8153CC425210}" dt="2026-04-01T08:17:29.876" v="1024" actId="478"/>
          <ac:spMkLst>
            <pc:docMk/>
            <pc:sldMk cId="879649792" sldId="1429"/>
            <ac:spMk id="12" creationId="{1B31EBB3-52FA-DDFC-26A5-7F697FC89AC5}"/>
          </ac:spMkLst>
        </pc:spChg>
        <pc:spChg chg="add mod">
          <ac:chgData name="xinyue lin" userId="c60810e27de89a70" providerId="LiveId" clId="{48659A78-B4C9-4B1A-8FEC-8153CC425210}" dt="2026-04-01T08:30:59.419" v="1207"/>
          <ac:spMkLst>
            <pc:docMk/>
            <pc:sldMk cId="879649792" sldId="1429"/>
            <ac:spMk id="13" creationId="{EEB9DC52-6DC8-9920-6E9A-5C0B8C3893C2}"/>
          </ac:spMkLst>
        </pc:spChg>
        <pc:spChg chg="add mod">
          <ac:chgData name="xinyue lin" userId="c60810e27de89a70" providerId="LiveId" clId="{48659A78-B4C9-4B1A-8FEC-8153CC425210}" dt="2026-04-01T08:30:59.419" v="1207"/>
          <ac:spMkLst>
            <pc:docMk/>
            <pc:sldMk cId="879649792" sldId="1429"/>
            <ac:spMk id="14" creationId="{0ECBC42D-3C86-1E86-04AE-BCFEA9E21EC3}"/>
          </ac:spMkLst>
        </pc:spChg>
        <pc:grpChg chg="del">
          <ac:chgData name="xinyue lin" userId="c60810e27de89a70" providerId="LiveId" clId="{48659A78-B4C9-4B1A-8FEC-8153CC425210}" dt="2026-04-01T08:17:29.876" v="1024" actId="478"/>
          <ac:grpSpMkLst>
            <pc:docMk/>
            <pc:sldMk cId="879649792" sldId="1429"/>
            <ac:grpSpMk id="8" creationId="{64C2FDD7-58F8-9D92-314A-8DE7815D3EFE}"/>
          </ac:grpSpMkLst>
        </pc:grpChg>
        <pc:picChg chg="add mod">
          <ac:chgData name="xinyue lin" userId="c60810e27de89a70" providerId="LiveId" clId="{48659A78-B4C9-4B1A-8FEC-8153CC425210}" dt="2026-04-01T08:17:27.385" v="1022"/>
          <ac:picMkLst>
            <pc:docMk/>
            <pc:sldMk cId="879649792" sldId="1429"/>
            <ac:picMk id="7" creationId="{2AA43391-3DF8-3F00-BB94-50CF128DEE50}"/>
          </ac:picMkLst>
        </pc:picChg>
        <pc:picChg chg="add mod">
          <ac:chgData name="xinyue lin" userId="c60810e27de89a70" providerId="LiveId" clId="{48659A78-B4C9-4B1A-8FEC-8153CC425210}" dt="2026-04-01T08:17:39.492" v="1027" actId="1076"/>
          <ac:picMkLst>
            <pc:docMk/>
            <pc:sldMk cId="879649792" sldId="1429"/>
            <ac:picMk id="10" creationId="{4B2C937E-0BF6-B1AA-453D-B8BE14A2E6BF}"/>
          </ac:picMkLst>
        </pc:picChg>
      </pc:sldChg>
      <pc:sldChg chg="add del">
        <pc:chgData name="xinyue lin" userId="c60810e27de89a70" providerId="LiveId" clId="{48659A78-B4C9-4B1A-8FEC-8153CC425210}" dt="2026-04-01T08:31:02.318" v="1208" actId="47"/>
        <pc:sldMkLst>
          <pc:docMk/>
          <pc:sldMk cId="2262880972" sldId="1430"/>
        </pc:sldMkLst>
      </pc:sldChg>
    </pc:docChg>
  </pc:docChgLst>
  <pc:docChgLst>
    <pc:chgData name="xinyue lin" userId="c60810e27de89a70" providerId="LiveId" clId="{A1E2AB5D-394F-48FB-8C7C-72437DCCBF0D}"/>
    <pc:docChg chg="undo custSel addSld delSld modSld sldOrd">
      <pc:chgData name="xinyue lin" userId="c60810e27de89a70" providerId="LiveId" clId="{A1E2AB5D-394F-48FB-8C7C-72437DCCBF0D}" dt="2026-04-02T17:31:06.692" v="3800" actId="20577"/>
      <pc:docMkLst>
        <pc:docMk/>
      </pc:docMkLst>
      <pc:sldChg chg="modSp mod">
        <pc:chgData name="xinyue lin" userId="c60810e27de89a70" providerId="LiveId" clId="{A1E2AB5D-394F-48FB-8C7C-72437DCCBF0D}" dt="2026-04-02T12:30:46.867" v="3248" actId="1076"/>
        <pc:sldMkLst>
          <pc:docMk/>
          <pc:sldMk cId="1972764481" sldId="1330"/>
        </pc:sldMkLst>
        <pc:spChg chg="mod">
          <ac:chgData name="xinyue lin" userId="c60810e27de89a70" providerId="LiveId" clId="{A1E2AB5D-394F-48FB-8C7C-72437DCCBF0D}" dt="2026-04-02T12:30:46.867" v="3248" actId="1076"/>
          <ac:spMkLst>
            <pc:docMk/>
            <pc:sldMk cId="1972764481" sldId="1330"/>
            <ac:spMk id="162" creationId="{00000000-0000-0000-0000-000000000000}"/>
          </ac:spMkLst>
        </pc:spChg>
      </pc:sldChg>
      <pc:sldChg chg="mod modShow">
        <pc:chgData name="xinyue lin" userId="c60810e27de89a70" providerId="LiveId" clId="{A1E2AB5D-394F-48FB-8C7C-72437DCCBF0D}" dt="2026-04-02T12:29:33.651" v="3242" actId="729"/>
        <pc:sldMkLst>
          <pc:docMk/>
          <pc:sldMk cId="0" sldId="1378"/>
        </pc:sldMkLst>
      </pc:sldChg>
      <pc:sldChg chg="modSp">
        <pc:chgData name="xinyue lin" userId="c60810e27de89a70" providerId="LiveId" clId="{A1E2AB5D-394F-48FB-8C7C-72437DCCBF0D}" dt="2026-04-02T17:31:06.692" v="3800" actId="20577"/>
        <pc:sldMkLst>
          <pc:docMk/>
          <pc:sldMk cId="3253525336" sldId="1396"/>
        </pc:sldMkLst>
        <pc:spChg chg="mod">
          <ac:chgData name="xinyue lin" userId="c60810e27de89a70" providerId="LiveId" clId="{A1E2AB5D-394F-48FB-8C7C-72437DCCBF0D}" dt="2026-04-02T17:31:06.692" v="3800" actId="20577"/>
          <ac:spMkLst>
            <pc:docMk/>
            <pc:sldMk cId="3253525336" sldId="1396"/>
            <ac:spMk id="6" creationId="{B3A3E55A-C2D2-3AF5-7268-8280B89AF938}"/>
          </ac:spMkLst>
        </pc:spChg>
      </pc:sldChg>
      <pc:sldChg chg="addSp delSp modSp mod ord delAnim modAnim">
        <pc:chgData name="xinyue lin" userId="c60810e27de89a70" providerId="LiveId" clId="{A1E2AB5D-394F-48FB-8C7C-72437DCCBF0D}" dt="2026-04-02T17:10:29.915" v="3765" actId="1036"/>
        <pc:sldMkLst>
          <pc:docMk/>
          <pc:sldMk cId="3292239502" sldId="1399"/>
        </pc:sldMkLst>
        <pc:spChg chg="mod">
          <ac:chgData name="xinyue lin" userId="c60810e27de89a70" providerId="LiveId" clId="{A1E2AB5D-394F-48FB-8C7C-72437DCCBF0D}" dt="2026-04-01T11:38:22.195" v="2034" actId="164"/>
          <ac:spMkLst>
            <pc:docMk/>
            <pc:sldMk cId="3292239502" sldId="1399"/>
            <ac:spMk id="4" creationId="{6E50EC00-533E-EA0A-406C-1E230FEAA33C}"/>
          </ac:spMkLst>
        </pc:spChg>
        <pc:spChg chg="add mod">
          <ac:chgData name="xinyue lin" userId="c60810e27de89a70" providerId="LiveId" clId="{A1E2AB5D-394F-48FB-8C7C-72437DCCBF0D}" dt="2026-04-01T09:41:25.395" v="168"/>
          <ac:spMkLst>
            <pc:docMk/>
            <pc:sldMk cId="3292239502" sldId="1399"/>
            <ac:spMk id="5" creationId="{BE730287-468B-F88F-EB8E-B59042FFCBE6}"/>
          </ac:spMkLst>
        </pc:spChg>
        <pc:spChg chg="mod">
          <ac:chgData name="xinyue lin" userId="c60810e27de89a70" providerId="LiveId" clId="{A1E2AB5D-394F-48FB-8C7C-72437DCCBF0D}" dt="2026-04-01T11:38:22.195" v="2034" actId="164"/>
          <ac:spMkLst>
            <pc:docMk/>
            <pc:sldMk cId="3292239502" sldId="1399"/>
            <ac:spMk id="6" creationId="{4D3977F3-A343-C92D-EEEF-0CE1804FAA5C}"/>
          </ac:spMkLst>
        </pc:spChg>
        <pc:spChg chg="mod">
          <ac:chgData name="xinyue lin" userId="c60810e27de89a70" providerId="LiveId" clId="{A1E2AB5D-394F-48FB-8C7C-72437DCCBF0D}" dt="2026-04-01T11:39:36.464" v="2044" actId="164"/>
          <ac:spMkLst>
            <pc:docMk/>
            <pc:sldMk cId="3292239502" sldId="1399"/>
            <ac:spMk id="8" creationId="{66279BAA-A548-BDBC-014D-4F3BC5D53737}"/>
          </ac:spMkLst>
        </pc:spChg>
        <pc:spChg chg="mod">
          <ac:chgData name="xinyue lin" userId="c60810e27de89a70" providerId="LiveId" clId="{A1E2AB5D-394F-48FB-8C7C-72437DCCBF0D}" dt="2026-04-01T11:39:36.464" v="2044" actId="164"/>
          <ac:spMkLst>
            <pc:docMk/>
            <pc:sldMk cId="3292239502" sldId="1399"/>
            <ac:spMk id="9" creationId="{C048488A-0FDF-08D4-9909-21E2964BAC27}"/>
          </ac:spMkLst>
        </pc:spChg>
        <pc:spChg chg="mod">
          <ac:chgData name="xinyue lin" userId="c60810e27de89a70" providerId="LiveId" clId="{A1E2AB5D-394F-48FB-8C7C-72437DCCBF0D}" dt="2026-04-01T11:38:30.637" v="2035" actId="164"/>
          <ac:spMkLst>
            <pc:docMk/>
            <pc:sldMk cId="3292239502" sldId="1399"/>
            <ac:spMk id="10" creationId="{4CCA79EF-B382-B4E8-280A-CFAD3A6EA9F1}"/>
          </ac:spMkLst>
        </pc:spChg>
        <pc:spChg chg="mod">
          <ac:chgData name="xinyue lin" userId="c60810e27de89a70" providerId="LiveId" clId="{A1E2AB5D-394F-48FB-8C7C-72437DCCBF0D}" dt="2026-04-01T11:38:30.637" v="2035" actId="164"/>
          <ac:spMkLst>
            <pc:docMk/>
            <pc:sldMk cId="3292239502" sldId="1399"/>
            <ac:spMk id="11" creationId="{0D540421-20B5-8430-F294-25E4EAC7E0CD}"/>
          </ac:spMkLst>
        </pc:spChg>
        <pc:spChg chg="add mod">
          <ac:chgData name="xinyue lin" userId="c60810e27de89a70" providerId="LiveId" clId="{A1E2AB5D-394F-48FB-8C7C-72437DCCBF0D}" dt="2026-04-02T17:10:29.915" v="3765" actId="1036"/>
          <ac:spMkLst>
            <pc:docMk/>
            <pc:sldMk cId="3292239502" sldId="1399"/>
            <ac:spMk id="12" creationId="{2BDB0AC7-FE50-5683-6D57-B0CAB25136BD}"/>
          </ac:spMkLst>
        </pc:spChg>
        <pc:spChg chg="add mod">
          <ac:chgData name="xinyue lin" userId="c60810e27de89a70" providerId="LiveId" clId="{A1E2AB5D-394F-48FB-8C7C-72437DCCBF0D}" dt="2026-04-02T10:53:19.907" v="2877" actId="1037"/>
          <ac:spMkLst>
            <pc:docMk/>
            <pc:sldMk cId="3292239502" sldId="1399"/>
            <ac:spMk id="13" creationId="{C7CB1842-561D-5AC8-7BE6-083D20D41297}"/>
          </ac:spMkLst>
        </pc:spChg>
        <pc:spChg chg="add mod">
          <ac:chgData name="xinyue lin" userId="c60810e27de89a70" providerId="LiveId" clId="{A1E2AB5D-394F-48FB-8C7C-72437DCCBF0D}" dt="2026-04-02T17:10:29.915" v="3765" actId="1036"/>
          <ac:spMkLst>
            <pc:docMk/>
            <pc:sldMk cId="3292239502" sldId="1399"/>
            <ac:spMk id="19" creationId="{1DFD450F-4135-AA19-BB6A-523034AB5765}"/>
          </ac:spMkLst>
        </pc:spChg>
        <pc:spChg chg="add mod">
          <ac:chgData name="xinyue lin" userId="c60810e27de89a70" providerId="LiveId" clId="{A1E2AB5D-394F-48FB-8C7C-72437DCCBF0D}" dt="2026-04-02T10:53:19.907" v="2877" actId="1037"/>
          <ac:spMkLst>
            <pc:docMk/>
            <pc:sldMk cId="3292239502" sldId="1399"/>
            <ac:spMk id="20" creationId="{01FD478A-FFA4-EA33-B28F-68D41827F76E}"/>
          </ac:spMkLst>
        </pc:spChg>
        <pc:spChg chg="add del mod">
          <ac:chgData name="xinyue lin" userId="c60810e27de89a70" providerId="LiveId" clId="{A1E2AB5D-394F-48FB-8C7C-72437DCCBF0D}" dt="2026-04-01T10:42:13.345" v="1037" actId="478"/>
          <ac:spMkLst>
            <pc:docMk/>
            <pc:sldMk cId="3292239502" sldId="1399"/>
            <ac:spMk id="20" creationId="{BC4571C8-882B-0E5F-AC16-3EBCB6E1E61F}"/>
          </ac:spMkLst>
        </pc:spChg>
        <pc:spChg chg="add mod">
          <ac:chgData name="xinyue lin" userId="c60810e27de89a70" providerId="LiveId" clId="{A1E2AB5D-394F-48FB-8C7C-72437DCCBF0D}" dt="2026-04-02T17:10:29.915" v="3765" actId="1036"/>
          <ac:spMkLst>
            <pc:docMk/>
            <pc:sldMk cId="3292239502" sldId="1399"/>
            <ac:spMk id="21" creationId="{66F74CE1-BCC5-EFAB-B486-157E230CD7E6}"/>
          </ac:spMkLst>
        </pc:spChg>
        <pc:spChg chg="mod">
          <ac:chgData name="xinyue lin" userId="c60810e27de89a70" providerId="LiveId" clId="{A1E2AB5D-394F-48FB-8C7C-72437DCCBF0D}" dt="2026-04-02T15:02:06.866" v="3447" actId="255"/>
          <ac:spMkLst>
            <pc:docMk/>
            <pc:sldMk cId="3292239502" sldId="1399"/>
            <ac:spMk id="22" creationId="{C566852B-0584-472C-8C36-369A0E22D16B}"/>
          </ac:spMkLst>
        </pc:spChg>
        <pc:spChg chg="add del mod">
          <ac:chgData name="xinyue lin" userId="c60810e27de89a70" providerId="LiveId" clId="{A1E2AB5D-394F-48FB-8C7C-72437DCCBF0D}" dt="2026-04-01T10:45:04.880" v="1041" actId="478"/>
          <ac:spMkLst>
            <pc:docMk/>
            <pc:sldMk cId="3292239502" sldId="1399"/>
            <ac:spMk id="23" creationId="{5E19D54B-28A7-2BFC-5882-0653E5FDD891}"/>
          </ac:spMkLst>
        </pc:spChg>
        <pc:spChg chg="add mod">
          <ac:chgData name="xinyue lin" userId="c60810e27de89a70" providerId="LiveId" clId="{A1E2AB5D-394F-48FB-8C7C-72437DCCBF0D}" dt="2026-04-02T10:53:19.907" v="2877" actId="1037"/>
          <ac:spMkLst>
            <pc:docMk/>
            <pc:sldMk cId="3292239502" sldId="1399"/>
            <ac:spMk id="23" creationId="{8A113E5A-BA81-0ECE-4970-64294360CEB3}"/>
          </ac:spMkLst>
        </pc:spChg>
        <pc:spChg chg="add del mod">
          <ac:chgData name="xinyue lin" userId="c60810e27de89a70" providerId="LiveId" clId="{A1E2AB5D-394F-48FB-8C7C-72437DCCBF0D}" dt="2026-04-01T10:45:37.110" v="1045" actId="478"/>
          <ac:spMkLst>
            <pc:docMk/>
            <pc:sldMk cId="3292239502" sldId="1399"/>
            <ac:spMk id="24" creationId="{37013ECE-F661-0764-A379-1B9CC91A456A}"/>
          </ac:spMkLst>
        </pc:spChg>
        <pc:spChg chg="add mod">
          <ac:chgData name="xinyue lin" userId="c60810e27de89a70" providerId="LiveId" clId="{A1E2AB5D-394F-48FB-8C7C-72437DCCBF0D}" dt="2026-04-02T15:05:27.405" v="3527" actId="1076"/>
          <ac:spMkLst>
            <pc:docMk/>
            <pc:sldMk cId="3292239502" sldId="1399"/>
            <ac:spMk id="24" creationId="{72E2077A-75CD-0A0B-43E6-604D1FDC4FBD}"/>
          </ac:spMkLst>
        </pc:spChg>
        <pc:spChg chg="add mod">
          <ac:chgData name="xinyue lin" userId="c60810e27de89a70" providerId="LiveId" clId="{A1E2AB5D-394F-48FB-8C7C-72437DCCBF0D}" dt="2026-04-02T17:10:29.915" v="3765" actId="1036"/>
          <ac:spMkLst>
            <pc:docMk/>
            <pc:sldMk cId="3292239502" sldId="1399"/>
            <ac:spMk id="25" creationId="{8577891B-09C8-BF74-1C4D-7F33552D5E3E}"/>
          </ac:spMkLst>
        </pc:spChg>
        <pc:spChg chg="add del mod">
          <ac:chgData name="xinyue lin" userId="c60810e27de89a70" providerId="LiveId" clId="{A1E2AB5D-394F-48FB-8C7C-72437DCCBF0D}" dt="2026-04-01T10:47:19.086" v="1074" actId="478"/>
          <ac:spMkLst>
            <pc:docMk/>
            <pc:sldMk cId="3292239502" sldId="1399"/>
            <ac:spMk id="26" creationId="{07ADE45B-3BD3-EFAC-E1EE-222D70C1DDBE}"/>
          </ac:spMkLst>
        </pc:spChg>
        <pc:spChg chg="add mod">
          <ac:chgData name="xinyue lin" userId="c60810e27de89a70" providerId="LiveId" clId="{A1E2AB5D-394F-48FB-8C7C-72437DCCBF0D}" dt="2026-04-02T10:57:50.932" v="2922" actId="1076"/>
          <ac:spMkLst>
            <pc:docMk/>
            <pc:sldMk cId="3292239502" sldId="1399"/>
            <ac:spMk id="26" creationId="{1D69700D-A625-4061-09C1-5654C0A320B7}"/>
          </ac:spMkLst>
        </pc:spChg>
        <pc:spChg chg="add mod">
          <ac:chgData name="xinyue lin" userId="c60810e27de89a70" providerId="LiveId" clId="{A1E2AB5D-394F-48FB-8C7C-72437DCCBF0D}" dt="2026-04-02T17:10:29.915" v="3765" actId="1036"/>
          <ac:spMkLst>
            <pc:docMk/>
            <pc:sldMk cId="3292239502" sldId="1399"/>
            <ac:spMk id="29" creationId="{6E0461B8-10EB-B1FB-9F82-BFB066A91EFE}"/>
          </ac:spMkLst>
        </pc:spChg>
        <pc:spChg chg="add mod">
          <ac:chgData name="xinyue lin" userId="c60810e27de89a70" providerId="LiveId" clId="{A1E2AB5D-394F-48FB-8C7C-72437DCCBF0D}" dt="2026-04-02T15:02:19.138" v="3448" actId="255"/>
          <ac:spMkLst>
            <pc:docMk/>
            <pc:sldMk cId="3292239502" sldId="1399"/>
            <ac:spMk id="30" creationId="{BA4C485D-BFB5-8764-D0A3-A32693BCF95C}"/>
          </ac:spMkLst>
        </pc:spChg>
        <pc:spChg chg="add mod">
          <ac:chgData name="xinyue lin" userId="c60810e27de89a70" providerId="LiveId" clId="{A1E2AB5D-394F-48FB-8C7C-72437DCCBF0D}" dt="2026-04-02T15:02:19.138" v="3448" actId="255"/>
          <ac:spMkLst>
            <pc:docMk/>
            <pc:sldMk cId="3292239502" sldId="1399"/>
            <ac:spMk id="31" creationId="{8C4539D2-C707-1159-E1F4-39E534CA2910}"/>
          </ac:spMkLst>
        </pc:spChg>
        <pc:grpChg chg="add mod">
          <ac:chgData name="xinyue lin" userId="c60810e27de89a70" providerId="LiveId" clId="{A1E2AB5D-394F-48FB-8C7C-72437DCCBF0D}" dt="2026-04-02T10:53:19.907" v="2877" actId="1037"/>
          <ac:grpSpMkLst>
            <pc:docMk/>
            <pc:sldMk cId="3292239502" sldId="1399"/>
            <ac:grpSpMk id="32" creationId="{AAB4CEDA-ACF6-3AE3-F7B0-57F2800F9FC8}"/>
          </ac:grpSpMkLst>
        </pc:grpChg>
        <pc:grpChg chg="add mod">
          <ac:chgData name="xinyue lin" userId="c60810e27de89a70" providerId="LiveId" clId="{A1E2AB5D-394F-48FB-8C7C-72437DCCBF0D}" dt="2026-04-02T10:53:19.907" v="2877" actId="1037"/>
          <ac:grpSpMkLst>
            <pc:docMk/>
            <pc:sldMk cId="3292239502" sldId="1399"/>
            <ac:grpSpMk id="33" creationId="{3408B206-777E-7A03-C0C4-040C088A02A1}"/>
          </ac:grpSpMkLst>
        </pc:grpChg>
        <pc:grpChg chg="add mod">
          <ac:chgData name="xinyue lin" userId="c60810e27de89a70" providerId="LiveId" clId="{A1E2AB5D-394F-48FB-8C7C-72437DCCBF0D}" dt="2026-04-02T10:53:19.907" v="2877" actId="1037"/>
          <ac:grpSpMkLst>
            <pc:docMk/>
            <pc:sldMk cId="3292239502" sldId="1399"/>
            <ac:grpSpMk id="34" creationId="{FACB4232-7645-3480-7E4A-E1E4E0CD0EA8}"/>
          </ac:grpSpMkLst>
        </pc:grpChg>
        <pc:grpChg chg="add mod">
          <ac:chgData name="xinyue lin" userId="c60810e27de89a70" providerId="LiveId" clId="{A1E2AB5D-394F-48FB-8C7C-72437DCCBF0D}" dt="2026-04-02T17:10:29.915" v="3765" actId="1036"/>
          <ac:grpSpMkLst>
            <pc:docMk/>
            <pc:sldMk cId="3292239502" sldId="1399"/>
            <ac:grpSpMk id="35" creationId="{E0BE9AC4-DD05-28AD-3FEA-068BC214C584}"/>
          </ac:grpSpMkLst>
        </pc:grpChg>
        <pc:picChg chg="del mod modCrop">
          <ac:chgData name="xinyue lin" userId="c60810e27de89a70" providerId="LiveId" clId="{A1E2AB5D-394F-48FB-8C7C-72437DCCBF0D}" dt="2026-04-02T17:09:17.841" v="3729" actId="478"/>
          <ac:picMkLst>
            <pc:docMk/>
            <pc:sldMk cId="3292239502" sldId="1399"/>
            <ac:picMk id="2" creationId="{66AEEAF7-57AE-74F8-CC89-ED3349D610D8}"/>
          </ac:picMkLst>
        </pc:picChg>
        <pc:picChg chg="add mod ord modCrop">
          <ac:chgData name="xinyue lin" userId="c60810e27de89a70" providerId="LiveId" clId="{A1E2AB5D-394F-48FB-8C7C-72437DCCBF0D}" dt="2026-04-02T17:09:59.164" v="3747" actId="1038"/>
          <ac:picMkLst>
            <pc:docMk/>
            <pc:sldMk cId="3292239502" sldId="1399"/>
            <ac:picMk id="26" creationId="{437A919F-129E-01E6-81E8-D346142BF151}"/>
          </ac:picMkLst>
        </pc:picChg>
        <pc:cxnChg chg="add mod">
          <ac:chgData name="xinyue lin" userId="c60810e27de89a70" providerId="LiveId" clId="{A1E2AB5D-394F-48FB-8C7C-72437DCCBF0D}" dt="2026-04-01T11:38:22.195" v="2034" actId="164"/>
          <ac:cxnSpMkLst>
            <pc:docMk/>
            <pc:sldMk cId="3292239502" sldId="1399"/>
            <ac:cxnSpMk id="7" creationId="{E4F71B8F-5FA5-14FD-2AEF-1E041D65BEC4}"/>
          </ac:cxnSpMkLst>
        </pc:cxnChg>
        <pc:cxnChg chg="add del mod">
          <ac:chgData name="xinyue lin" userId="c60810e27de89a70" providerId="LiveId" clId="{A1E2AB5D-394F-48FB-8C7C-72437DCCBF0D}" dt="2026-04-01T10:08:25.468" v="400" actId="478"/>
          <ac:cxnSpMkLst>
            <pc:docMk/>
            <pc:sldMk cId="3292239502" sldId="1399"/>
            <ac:cxnSpMk id="12" creationId="{0B00AD55-4559-5128-8FD0-236E5EFEDEDE}"/>
          </ac:cxnSpMkLst>
        </pc:cxnChg>
        <pc:cxnChg chg="add mod">
          <ac:chgData name="xinyue lin" userId="c60810e27de89a70" providerId="LiveId" clId="{A1E2AB5D-394F-48FB-8C7C-72437DCCBF0D}" dt="2026-04-01T11:38:22.195" v="2034" actId="164"/>
          <ac:cxnSpMkLst>
            <pc:docMk/>
            <pc:sldMk cId="3292239502" sldId="1399"/>
            <ac:cxnSpMk id="14" creationId="{48F73A1C-732B-5D4D-7710-FB5763E9C367}"/>
          </ac:cxnSpMkLst>
        </pc:cxnChg>
        <pc:cxnChg chg="add mod">
          <ac:chgData name="xinyue lin" userId="c60810e27de89a70" providerId="LiveId" clId="{A1E2AB5D-394F-48FB-8C7C-72437DCCBF0D}" dt="2026-04-01T11:39:36.464" v="2044" actId="164"/>
          <ac:cxnSpMkLst>
            <pc:docMk/>
            <pc:sldMk cId="3292239502" sldId="1399"/>
            <ac:cxnSpMk id="15" creationId="{B38F218C-2AE7-7096-D226-6C9096636B91}"/>
          </ac:cxnSpMkLst>
        </pc:cxnChg>
        <pc:cxnChg chg="add mod">
          <ac:chgData name="xinyue lin" userId="c60810e27de89a70" providerId="LiveId" clId="{A1E2AB5D-394F-48FB-8C7C-72437DCCBF0D}" dt="2026-04-01T11:39:36.464" v="2044" actId="164"/>
          <ac:cxnSpMkLst>
            <pc:docMk/>
            <pc:sldMk cId="3292239502" sldId="1399"/>
            <ac:cxnSpMk id="16" creationId="{9D44149B-85E0-B96E-A515-A95C0991A6E2}"/>
          </ac:cxnSpMkLst>
        </pc:cxnChg>
        <pc:cxnChg chg="add mod">
          <ac:chgData name="xinyue lin" userId="c60810e27de89a70" providerId="LiveId" clId="{A1E2AB5D-394F-48FB-8C7C-72437DCCBF0D}" dt="2026-04-01T11:38:30.637" v="2035" actId="164"/>
          <ac:cxnSpMkLst>
            <pc:docMk/>
            <pc:sldMk cId="3292239502" sldId="1399"/>
            <ac:cxnSpMk id="17" creationId="{3B311EDA-0BB1-A5C9-CA4F-C440250E9E1A}"/>
          </ac:cxnSpMkLst>
        </pc:cxnChg>
        <pc:cxnChg chg="add mod">
          <ac:chgData name="xinyue lin" userId="c60810e27de89a70" providerId="LiveId" clId="{A1E2AB5D-394F-48FB-8C7C-72437DCCBF0D}" dt="2026-04-01T11:38:30.637" v="2035" actId="164"/>
          <ac:cxnSpMkLst>
            <pc:docMk/>
            <pc:sldMk cId="3292239502" sldId="1399"/>
            <ac:cxnSpMk id="18" creationId="{AA0FB07D-8842-B29C-60C3-91BCE916D96C}"/>
          </ac:cxnSpMkLst>
        </pc:cxnChg>
        <pc:cxnChg chg="add del mod">
          <ac:chgData name="xinyue lin" userId="c60810e27de89a70" providerId="LiveId" clId="{A1E2AB5D-394F-48FB-8C7C-72437DCCBF0D}" dt="2026-04-01T10:47:10.736" v="1070" actId="478"/>
          <ac:cxnSpMkLst>
            <pc:docMk/>
            <pc:sldMk cId="3292239502" sldId="1399"/>
            <ac:cxnSpMk id="27" creationId="{9AD9F805-DBC8-0717-92E7-C1114C6BA194}"/>
          </ac:cxnSpMkLst>
        </pc:cxnChg>
        <pc:cxnChg chg="add del mod">
          <ac:chgData name="xinyue lin" userId="c60810e27de89a70" providerId="LiveId" clId="{A1E2AB5D-394F-48FB-8C7C-72437DCCBF0D}" dt="2026-04-01T10:47:11.677" v="1071" actId="478"/>
          <ac:cxnSpMkLst>
            <pc:docMk/>
            <pc:sldMk cId="3292239502" sldId="1399"/>
            <ac:cxnSpMk id="28" creationId="{199AD1B3-B942-6750-BE1A-F834FDEFE49F}"/>
          </ac:cxnSpMkLst>
        </pc:cxnChg>
      </pc:sldChg>
      <pc:sldChg chg="addSp delSp modSp mod delAnim modAnim">
        <pc:chgData name="xinyue lin" userId="c60810e27de89a70" providerId="LiveId" clId="{A1E2AB5D-394F-48FB-8C7C-72437DCCBF0D}" dt="2026-04-02T12:27:14.111" v="3241" actId="20577"/>
        <pc:sldMkLst>
          <pc:docMk/>
          <pc:sldMk cId="2840757974" sldId="1402"/>
        </pc:sldMkLst>
        <pc:spChg chg="mod">
          <ac:chgData name="xinyue lin" userId="c60810e27de89a70" providerId="LiveId" clId="{A1E2AB5D-394F-48FB-8C7C-72437DCCBF0D}" dt="2026-04-02T12:27:14.111" v="3241" actId="20577"/>
          <ac:spMkLst>
            <pc:docMk/>
            <pc:sldMk cId="2840757974" sldId="1402"/>
            <ac:spMk id="7" creationId="{78414073-1103-5CB0-3B65-B553F841B209}"/>
          </ac:spMkLst>
        </pc:spChg>
        <pc:spChg chg="mod">
          <ac:chgData name="xinyue lin" userId="c60810e27de89a70" providerId="LiveId" clId="{A1E2AB5D-394F-48FB-8C7C-72437DCCBF0D}" dt="2026-04-02T12:25:12.097" v="3226" actId="1038"/>
          <ac:spMkLst>
            <pc:docMk/>
            <pc:sldMk cId="2840757974" sldId="1402"/>
            <ac:spMk id="12" creationId="{ADA883AC-E625-F582-D361-845B57FD885B}"/>
          </ac:spMkLst>
        </pc:spChg>
        <pc:picChg chg="del">
          <ac:chgData name="xinyue lin" userId="c60810e27de89a70" providerId="LiveId" clId="{A1E2AB5D-394F-48FB-8C7C-72437DCCBF0D}" dt="2026-04-02T12:23:54.130" v="3198" actId="478"/>
          <ac:picMkLst>
            <pc:docMk/>
            <pc:sldMk cId="2840757974" sldId="1402"/>
            <ac:picMk id="6" creationId="{A931CA16-AFB2-DE35-5F41-B096BFD29A9B}"/>
          </ac:picMkLst>
        </pc:picChg>
        <pc:picChg chg="add mod ord modCrop">
          <ac:chgData name="xinyue lin" userId="c60810e27de89a70" providerId="LiveId" clId="{A1E2AB5D-394F-48FB-8C7C-72437DCCBF0D}" dt="2026-04-02T12:24:23.279" v="3209" actId="1035"/>
          <ac:picMkLst>
            <pc:docMk/>
            <pc:sldMk cId="2840757974" sldId="1402"/>
            <ac:picMk id="14" creationId="{DD9AD571-0CC3-42F9-C4DA-AE9941C4CD67}"/>
          </ac:picMkLst>
        </pc:picChg>
      </pc:sldChg>
      <pc:sldChg chg="addSp delSp modSp mod delAnim modAnim">
        <pc:chgData name="xinyue lin" userId="c60810e27de89a70" providerId="LiveId" clId="{A1E2AB5D-394F-48FB-8C7C-72437DCCBF0D}" dt="2026-04-02T15:10:23.419" v="3630" actId="1036"/>
        <pc:sldMkLst>
          <pc:docMk/>
          <pc:sldMk cId="3607734171" sldId="1406"/>
        </pc:sldMkLst>
        <pc:spChg chg="mod">
          <ac:chgData name="xinyue lin" userId="c60810e27de89a70" providerId="LiveId" clId="{A1E2AB5D-394F-48FB-8C7C-72437DCCBF0D}" dt="2026-04-02T06:19:26.576" v="2766" actId="20577"/>
          <ac:spMkLst>
            <pc:docMk/>
            <pc:sldMk cId="3607734171" sldId="1406"/>
            <ac:spMk id="2" creationId="{66D496B9-D37D-0636-C3F5-C4EE8881382D}"/>
          </ac:spMkLst>
        </pc:spChg>
        <pc:spChg chg="del mod">
          <ac:chgData name="xinyue lin" userId="c60810e27de89a70" providerId="LiveId" clId="{A1E2AB5D-394F-48FB-8C7C-72437DCCBF0D}" dt="2026-04-01T10:27:46.333" v="843" actId="478"/>
          <ac:spMkLst>
            <pc:docMk/>
            <pc:sldMk cId="3607734171" sldId="1406"/>
            <ac:spMk id="4" creationId="{C49EED4D-D7A3-8818-9A88-5F4ACF6C73F4}"/>
          </ac:spMkLst>
        </pc:spChg>
        <pc:spChg chg="mod">
          <ac:chgData name="xinyue lin" userId="c60810e27de89a70" providerId="LiveId" clId="{A1E2AB5D-394F-48FB-8C7C-72437DCCBF0D}" dt="2026-04-02T05:11:43.479" v="2662" actId="1035"/>
          <ac:spMkLst>
            <pc:docMk/>
            <pc:sldMk cId="3607734171" sldId="1406"/>
            <ac:spMk id="6" creationId="{52AF32C7-CE0E-CECD-6BBF-7A8855FFD196}"/>
          </ac:spMkLst>
        </pc:spChg>
        <pc:spChg chg="del">
          <ac:chgData name="xinyue lin" userId="c60810e27de89a70" providerId="LiveId" clId="{A1E2AB5D-394F-48FB-8C7C-72437DCCBF0D}" dt="2026-04-01T10:56:25.161" v="1304" actId="478"/>
          <ac:spMkLst>
            <pc:docMk/>
            <pc:sldMk cId="3607734171" sldId="1406"/>
            <ac:spMk id="7" creationId="{00000000-0000-0000-0000-000000000000}"/>
          </ac:spMkLst>
        </pc:spChg>
        <pc:spChg chg="add mod">
          <ac:chgData name="xinyue lin" userId="c60810e27de89a70" providerId="LiveId" clId="{A1E2AB5D-394F-48FB-8C7C-72437DCCBF0D}" dt="2026-04-02T15:10:23.419" v="3630" actId="1036"/>
          <ac:spMkLst>
            <pc:docMk/>
            <pc:sldMk cId="3607734171" sldId="1406"/>
            <ac:spMk id="8" creationId="{D8817DC0-05DA-13E4-5EB5-1918FD73A61F}"/>
          </ac:spMkLst>
        </pc:spChg>
        <pc:spChg chg="add mod">
          <ac:chgData name="xinyue lin" userId="c60810e27de89a70" providerId="LiveId" clId="{A1E2AB5D-394F-48FB-8C7C-72437DCCBF0D}" dt="2026-04-02T15:10:15.163" v="3628" actId="255"/>
          <ac:spMkLst>
            <pc:docMk/>
            <pc:sldMk cId="3607734171" sldId="1406"/>
            <ac:spMk id="9" creationId="{010823B8-F032-B59B-F7FA-3E7B8BDFB1CA}"/>
          </ac:spMkLst>
        </pc:spChg>
        <pc:spChg chg="add mod">
          <ac:chgData name="xinyue lin" userId="c60810e27de89a70" providerId="LiveId" clId="{A1E2AB5D-394F-48FB-8C7C-72437DCCBF0D}" dt="2026-04-01T11:16:40.631" v="1694" actId="1076"/>
          <ac:spMkLst>
            <pc:docMk/>
            <pc:sldMk cId="3607734171" sldId="1406"/>
            <ac:spMk id="10" creationId="{281C0AC0-24D0-510D-43C8-F63D17C828D2}"/>
          </ac:spMkLst>
        </pc:spChg>
        <pc:inkChg chg="del">
          <ac:chgData name="xinyue lin" userId="c60810e27de89a70" providerId="LiveId" clId="{A1E2AB5D-394F-48FB-8C7C-72437DCCBF0D}" dt="2026-04-01T10:27:34.196" v="839" actId="478"/>
          <ac:inkMkLst>
            <pc:docMk/>
            <pc:sldMk cId="3607734171" sldId="1406"/>
            <ac:inkMk id="5" creationId="{00000000-0000-0000-0000-000000000000}"/>
          </ac:inkMkLst>
        </pc:inkChg>
      </pc:sldChg>
      <pc:sldChg chg="modSp mod ord modAnim">
        <pc:chgData name="xinyue lin" userId="c60810e27de89a70" providerId="LiveId" clId="{A1E2AB5D-394F-48FB-8C7C-72437DCCBF0D}" dt="2026-04-02T05:15:02.786" v="2751" actId="20577"/>
        <pc:sldMkLst>
          <pc:docMk/>
          <pc:sldMk cId="1605458931" sldId="1407"/>
        </pc:sldMkLst>
        <pc:spChg chg="mod">
          <ac:chgData name="xinyue lin" userId="c60810e27de89a70" providerId="LiveId" clId="{A1E2AB5D-394F-48FB-8C7C-72437DCCBF0D}" dt="2026-04-02T05:15:02.786" v="2751" actId="20577"/>
          <ac:spMkLst>
            <pc:docMk/>
            <pc:sldMk cId="1605458931" sldId="1407"/>
            <ac:spMk id="2" creationId="{F0A72C0E-20AD-5666-60EE-2A02567166BE}"/>
          </ac:spMkLst>
        </pc:spChg>
        <pc:spChg chg="mod">
          <ac:chgData name="xinyue lin" userId="c60810e27de89a70" providerId="LiveId" clId="{A1E2AB5D-394F-48FB-8C7C-72437DCCBF0D}" dt="2026-04-01T11:43:26.775" v="2092" actId="1035"/>
          <ac:spMkLst>
            <pc:docMk/>
            <pc:sldMk cId="1605458931" sldId="1407"/>
            <ac:spMk id="4" creationId="{D050E0DA-046E-8CF7-E99B-D3F2EFF451AE}"/>
          </ac:spMkLst>
        </pc:spChg>
        <pc:spChg chg="mod">
          <ac:chgData name="xinyue lin" userId="c60810e27de89a70" providerId="LiveId" clId="{A1E2AB5D-394F-48FB-8C7C-72437DCCBF0D}" dt="2026-04-01T11:37:07.610" v="2032" actId="1076"/>
          <ac:spMkLst>
            <pc:docMk/>
            <pc:sldMk cId="1605458931" sldId="1407"/>
            <ac:spMk id="6" creationId="{D4D75787-3B6A-4F2B-3DA5-CDAB82330148}"/>
          </ac:spMkLst>
        </pc:spChg>
      </pc:sldChg>
      <pc:sldChg chg="del ord">
        <pc:chgData name="xinyue lin" userId="c60810e27de89a70" providerId="LiveId" clId="{A1E2AB5D-394F-48FB-8C7C-72437DCCBF0D}" dt="2026-04-01T11:18:29.758" v="1705" actId="2696"/>
        <pc:sldMkLst>
          <pc:docMk/>
          <pc:sldMk cId="3241001720" sldId="1415"/>
        </pc:sldMkLst>
      </pc:sldChg>
      <pc:sldChg chg="addSp delSp modSp mod ord delAnim modAnim">
        <pc:chgData name="xinyue lin" userId="c60810e27de89a70" providerId="LiveId" clId="{A1E2AB5D-394F-48FB-8C7C-72437DCCBF0D}" dt="2026-04-02T17:11:27.626" v="3780" actId="1037"/>
        <pc:sldMkLst>
          <pc:docMk/>
          <pc:sldMk cId="1079088369" sldId="1417"/>
        </pc:sldMkLst>
        <pc:spChg chg="add mod">
          <ac:chgData name="xinyue lin" userId="c60810e27de89a70" providerId="LiveId" clId="{A1E2AB5D-394F-48FB-8C7C-72437DCCBF0D}" dt="2026-04-01T11:19:52.824" v="1709"/>
          <ac:spMkLst>
            <pc:docMk/>
            <pc:sldMk cId="1079088369" sldId="1417"/>
            <ac:spMk id="5" creationId="{672A99DD-3DBE-6955-74AB-99E02C276A38}"/>
          </ac:spMkLst>
        </pc:spChg>
        <pc:spChg chg="add mod ord">
          <ac:chgData name="xinyue lin" userId="c60810e27de89a70" providerId="LiveId" clId="{A1E2AB5D-394F-48FB-8C7C-72437DCCBF0D}" dt="2026-04-02T17:11:12.629" v="3769" actId="167"/>
          <ac:spMkLst>
            <pc:docMk/>
            <pc:sldMk cId="1079088369" sldId="1417"/>
            <ac:spMk id="6" creationId="{865E7FE5-9861-E0CF-9EB2-C3C61CC7BEC8}"/>
          </ac:spMkLst>
        </pc:spChg>
        <pc:spChg chg="add mod">
          <ac:chgData name="xinyue lin" userId="c60810e27de89a70" providerId="LiveId" clId="{A1E2AB5D-394F-48FB-8C7C-72437DCCBF0D}" dt="2026-04-01T11:41:04.735" v="2061" actId="164"/>
          <ac:spMkLst>
            <pc:docMk/>
            <pc:sldMk cId="1079088369" sldId="1417"/>
            <ac:spMk id="9" creationId="{986C6D92-915C-F7B7-A519-8AD0DFF41824}"/>
          </ac:spMkLst>
        </pc:spChg>
        <pc:spChg chg="add mod">
          <ac:chgData name="xinyue lin" userId="c60810e27de89a70" providerId="LiveId" clId="{A1E2AB5D-394F-48FB-8C7C-72437DCCBF0D}" dt="2026-04-01T11:41:09.387" v="2062" actId="164"/>
          <ac:spMkLst>
            <pc:docMk/>
            <pc:sldMk cId="1079088369" sldId="1417"/>
            <ac:spMk id="10" creationId="{A2D9B141-15CD-82B0-54F2-76085DEBF4C7}"/>
          </ac:spMkLst>
        </pc:spChg>
        <pc:spChg chg="add del mod">
          <ac:chgData name="xinyue lin" userId="c60810e27de89a70" providerId="LiveId" clId="{A1E2AB5D-394F-48FB-8C7C-72437DCCBF0D}" dt="2026-04-01T11:23:50.642" v="1728" actId="478"/>
          <ac:spMkLst>
            <pc:docMk/>
            <pc:sldMk cId="1079088369" sldId="1417"/>
            <ac:spMk id="11" creationId="{B77192C8-BDAF-9372-F121-8367A53EB9D4}"/>
          </ac:spMkLst>
        </pc:spChg>
        <pc:spChg chg="add del mod">
          <ac:chgData name="xinyue lin" userId="c60810e27de89a70" providerId="LiveId" clId="{A1E2AB5D-394F-48FB-8C7C-72437DCCBF0D}" dt="2026-04-01T11:23:50.642" v="1728" actId="478"/>
          <ac:spMkLst>
            <pc:docMk/>
            <pc:sldMk cId="1079088369" sldId="1417"/>
            <ac:spMk id="15" creationId="{34203A5B-4500-AFC4-133D-E7CEB3435913}"/>
          </ac:spMkLst>
        </pc:spChg>
        <pc:spChg chg="add mod">
          <ac:chgData name="xinyue lin" userId="c60810e27de89a70" providerId="LiveId" clId="{A1E2AB5D-394F-48FB-8C7C-72437DCCBF0D}" dt="2026-04-01T11:41:26.846" v="2065" actId="164"/>
          <ac:spMkLst>
            <pc:docMk/>
            <pc:sldMk cId="1079088369" sldId="1417"/>
            <ac:spMk id="16" creationId="{BC3ADF9E-456A-5B4E-0812-3B4BFD19A076}"/>
          </ac:spMkLst>
        </pc:spChg>
        <pc:spChg chg="add mod">
          <ac:chgData name="xinyue lin" userId="c60810e27de89a70" providerId="LiveId" clId="{A1E2AB5D-394F-48FB-8C7C-72437DCCBF0D}" dt="2026-04-01T11:41:35.130" v="2066" actId="164"/>
          <ac:spMkLst>
            <pc:docMk/>
            <pc:sldMk cId="1079088369" sldId="1417"/>
            <ac:spMk id="17" creationId="{22346AAD-10A0-E7EB-4BBE-771A4859D345}"/>
          </ac:spMkLst>
        </pc:spChg>
        <pc:spChg chg="del mod">
          <ac:chgData name="xinyue lin" userId="c60810e27de89a70" providerId="LiveId" clId="{A1E2AB5D-394F-48FB-8C7C-72437DCCBF0D}" dt="2026-04-01T11:28:14.216" v="1826" actId="478"/>
          <ac:spMkLst>
            <pc:docMk/>
            <pc:sldMk cId="1079088369" sldId="1417"/>
            <ac:spMk id="22" creationId="{2EE8E68E-7FCF-F945-DAC0-DC3D64E6895E}"/>
          </ac:spMkLst>
        </pc:spChg>
        <pc:spChg chg="add del mod">
          <ac:chgData name="xinyue lin" userId="c60810e27de89a70" providerId="LiveId" clId="{A1E2AB5D-394F-48FB-8C7C-72437DCCBF0D}" dt="2026-04-02T11:08:25.371" v="3019" actId="478"/>
          <ac:spMkLst>
            <pc:docMk/>
            <pc:sldMk cId="1079088369" sldId="1417"/>
            <ac:spMk id="32" creationId="{913E8C6C-2DC6-85D7-1BA3-583915F175C5}"/>
          </ac:spMkLst>
        </pc:spChg>
        <pc:spChg chg="add del mod">
          <ac:chgData name="xinyue lin" userId="c60810e27de89a70" providerId="LiveId" clId="{A1E2AB5D-394F-48FB-8C7C-72437DCCBF0D}" dt="2026-04-01T11:28:14.216" v="1826" actId="478"/>
          <ac:spMkLst>
            <pc:docMk/>
            <pc:sldMk cId="1079088369" sldId="1417"/>
            <ac:spMk id="33" creationId="{FBCBDCDB-832B-1A1A-A389-20FFD855113E}"/>
          </ac:spMkLst>
        </pc:spChg>
        <pc:spChg chg="add del mod">
          <ac:chgData name="xinyue lin" userId="c60810e27de89a70" providerId="LiveId" clId="{A1E2AB5D-394F-48FB-8C7C-72437DCCBF0D}" dt="2026-04-01T11:28:14.216" v="1826" actId="478"/>
          <ac:spMkLst>
            <pc:docMk/>
            <pc:sldMk cId="1079088369" sldId="1417"/>
            <ac:spMk id="34" creationId="{53AAF7A3-829D-5D2B-32DA-67C320470084}"/>
          </ac:spMkLst>
        </pc:spChg>
        <pc:spChg chg="add del mod">
          <ac:chgData name="xinyue lin" userId="c60810e27de89a70" providerId="LiveId" clId="{A1E2AB5D-394F-48FB-8C7C-72437DCCBF0D}" dt="2026-04-01T11:28:14.216" v="1826" actId="478"/>
          <ac:spMkLst>
            <pc:docMk/>
            <pc:sldMk cId="1079088369" sldId="1417"/>
            <ac:spMk id="35" creationId="{FE55EF25-46F4-68C3-5681-12F00738B1F3}"/>
          </ac:spMkLst>
        </pc:spChg>
        <pc:spChg chg="add del mod">
          <ac:chgData name="xinyue lin" userId="c60810e27de89a70" providerId="LiveId" clId="{A1E2AB5D-394F-48FB-8C7C-72437DCCBF0D}" dt="2026-04-01T11:28:14.216" v="1826" actId="478"/>
          <ac:spMkLst>
            <pc:docMk/>
            <pc:sldMk cId="1079088369" sldId="1417"/>
            <ac:spMk id="36" creationId="{B3994336-1270-F8A6-990B-4CA30FA2FB63}"/>
          </ac:spMkLst>
        </pc:spChg>
        <pc:spChg chg="add del mod">
          <ac:chgData name="xinyue lin" userId="c60810e27de89a70" providerId="LiveId" clId="{A1E2AB5D-394F-48FB-8C7C-72437DCCBF0D}" dt="2026-04-01T11:28:14.216" v="1826" actId="478"/>
          <ac:spMkLst>
            <pc:docMk/>
            <pc:sldMk cId="1079088369" sldId="1417"/>
            <ac:spMk id="37" creationId="{01EB0D6B-7726-0597-D2CB-FBB21437A6B5}"/>
          </ac:spMkLst>
        </pc:spChg>
        <pc:grpChg chg="del mod">
          <ac:chgData name="xinyue lin" userId="c60810e27de89a70" providerId="LiveId" clId="{A1E2AB5D-394F-48FB-8C7C-72437DCCBF0D}" dt="2026-04-01T11:23:15.089" v="1726" actId="478"/>
          <ac:grpSpMkLst>
            <pc:docMk/>
            <pc:sldMk cId="1079088369" sldId="1417"/>
            <ac:grpSpMk id="23" creationId="{A6CF38F5-5009-E3EE-CA3C-E21EB3A2A58C}"/>
          </ac:grpSpMkLst>
        </pc:grpChg>
        <pc:grpChg chg="del mod">
          <ac:chgData name="xinyue lin" userId="c60810e27de89a70" providerId="LiveId" clId="{A1E2AB5D-394F-48FB-8C7C-72437DCCBF0D}" dt="2026-04-01T11:23:15.089" v="1726" actId="478"/>
          <ac:grpSpMkLst>
            <pc:docMk/>
            <pc:sldMk cId="1079088369" sldId="1417"/>
            <ac:grpSpMk id="24" creationId="{F74F7D4C-D079-430F-9F7B-D865D866B0CF}"/>
          </ac:grpSpMkLst>
        </pc:grpChg>
        <pc:grpChg chg="del mod">
          <ac:chgData name="xinyue lin" userId="c60810e27de89a70" providerId="LiveId" clId="{A1E2AB5D-394F-48FB-8C7C-72437DCCBF0D}" dt="2026-04-01T11:23:15.089" v="1726" actId="478"/>
          <ac:grpSpMkLst>
            <pc:docMk/>
            <pc:sldMk cId="1079088369" sldId="1417"/>
            <ac:grpSpMk id="25" creationId="{497675B5-2FE5-242A-B5CD-8132E01DB67C}"/>
          </ac:grpSpMkLst>
        </pc:grpChg>
        <pc:grpChg chg="del mod">
          <ac:chgData name="xinyue lin" userId="c60810e27de89a70" providerId="LiveId" clId="{A1E2AB5D-394F-48FB-8C7C-72437DCCBF0D}" dt="2026-04-01T11:23:15.089" v="1726" actId="478"/>
          <ac:grpSpMkLst>
            <pc:docMk/>
            <pc:sldMk cId="1079088369" sldId="1417"/>
            <ac:grpSpMk id="26" creationId="{0974C9AF-E13E-2641-6325-5F05E590DE9F}"/>
          </ac:grpSpMkLst>
        </pc:grpChg>
        <pc:grpChg chg="add mod">
          <ac:chgData name="xinyue lin" userId="c60810e27de89a70" providerId="LiveId" clId="{A1E2AB5D-394F-48FB-8C7C-72437DCCBF0D}" dt="2026-04-02T11:08:12.738" v="3018" actId="1036"/>
          <ac:grpSpMkLst>
            <pc:docMk/>
            <pc:sldMk cId="1079088369" sldId="1417"/>
            <ac:grpSpMk id="38" creationId="{DC0A7ACC-CB02-C440-681A-8C7825D83D13}"/>
          </ac:grpSpMkLst>
        </pc:grpChg>
        <pc:grpChg chg="add mod">
          <ac:chgData name="xinyue lin" userId="c60810e27de89a70" providerId="LiveId" clId="{A1E2AB5D-394F-48FB-8C7C-72437DCCBF0D}" dt="2026-04-02T11:08:12.738" v="3018" actId="1036"/>
          <ac:grpSpMkLst>
            <pc:docMk/>
            <pc:sldMk cId="1079088369" sldId="1417"/>
            <ac:grpSpMk id="39" creationId="{EDD7F141-0DFB-57B6-BCE9-A8E07D2A7C62}"/>
          </ac:grpSpMkLst>
        </pc:grpChg>
        <pc:grpChg chg="add mod">
          <ac:chgData name="xinyue lin" userId="c60810e27de89a70" providerId="LiveId" clId="{A1E2AB5D-394F-48FB-8C7C-72437DCCBF0D}" dt="2026-04-02T11:08:12.738" v="3018" actId="1036"/>
          <ac:grpSpMkLst>
            <pc:docMk/>
            <pc:sldMk cId="1079088369" sldId="1417"/>
            <ac:grpSpMk id="40" creationId="{83A2DB54-FDD3-6E1D-CAFB-0F930101B261}"/>
          </ac:grpSpMkLst>
        </pc:grpChg>
        <pc:grpChg chg="add mod">
          <ac:chgData name="xinyue lin" userId="c60810e27de89a70" providerId="LiveId" clId="{A1E2AB5D-394F-48FB-8C7C-72437DCCBF0D}" dt="2026-04-02T11:08:12.738" v="3018" actId="1036"/>
          <ac:grpSpMkLst>
            <pc:docMk/>
            <pc:sldMk cId="1079088369" sldId="1417"/>
            <ac:grpSpMk id="41" creationId="{A46754E9-7150-4591-20A2-4B18F2D3FACC}"/>
          </ac:grpSpMkLst>
        </pc:grpChg>
        <pc:picChg chg="del mod">
          <ac:chgData name="xinyue lin" userId="c60810e27de89a70" providerId="LiveId" clId="{A1E2AB5D-394F-48FB-8C7C-72437DCCBF0D}" dt="2026-04-01T11:23:15.089" v="1726" actId="478"/>
          <ac:picMkLst>
            <pc:docMk/>
            <pc:sldMk cId="1079088369" sldId="1417"/>
            <ac:picMk id="2" creationId="{56CBE56E-207F-B15C-79F3-0030E5D7249F}"/>
          </ac:picMkLst>
        </pc:picChg>
        <pc:picChg chg="add mod ord">
          <ac:chgData name="xinyue lin" userId="c60810e27de89a70" providerId="LiveId" clId="{A1E2AB5D-394F-48FB-8C7C-72437DCCBF0D}" dt="2026-04-02T17:11:27.626" v="3780" actId="1037"/>
          <ac:picMkLst>
            <pc:docMk/>
            <pc:sldMk cId="1079088369" sldId="1417"/>
            <ac:picMk id="2" creationId="{BCCCA485-6F56-6CCB-DE1B-7EA750E884FD}"/>
          </ac:picMkLst>
        </pc:picChg>
        <pc:picChg chg="add del mod">
          <ac:chgData name="xinyue lin" userId="c60810e27de89a70" providerId="LiveId" clId="{A1E2AB5D-394F-48FB-8C7C-72437DCCBF0D}" dt="2026-04-02T17:11:02.179" v="3766" actId="478"/>
          <ac:picMkLst>
            <pc:docMk/>
            <pc:sldMk cId="1079088369" sldId="1417"/>
            <ac:picMk id="8" creationId="{533B03C6-38C1-6534-90C2-F0F64BBE7196}"/>
          </ac:picMkLst>
        </pc:picChg>
        <pc:cxnChg chg="add mod">
          <ac:chgData name="xinyue lin" userId="c60810e27de89a70" providerId="LiveId" clId="{A1E2AB5D-394F-48FB-8C7C-72437DCCBF0D}" dt="2026-04-01T11:41:04.735" v="2061" actId="164"/>
          <ac:cxnSpMkLst>
            <pc:docMk/>
            <pc:sldMk cId="1079088369" sldId="1417"/>
            <ac:cxnSpMk id="18" creationId="{6229C96A-D157-A544-F567-C3D6EFF13093}"/>
          </ac:cxnSpMkLst>
        </pc:cxnChg>
        <pc:cxnChg chg="mod">
          <ac:chgData name="xinyue lin" userId="c60810e27de89a70" providerId="LiveId" clId="{A1E2AB5D-394F-48FB-8C7C-72437DCCBF0D}" dt="2026-04-01T11:41:09.387" v="2062" actId="164"/>
          <ac:cxnSpMkLst>
            <pc:docMk/>
            <pc:sldMk cId="1079088369" sldId="1417"/>
            <ac:cxnSpMk id="27" creationId="{17AE8374-A5CF-882A-706F-29399B2D56DB}"/>
          </ac:cxnSpMkLst>
        </pc:cxnChg>
        <pc:cxnChg chg="del">
          <ac:chgData name="xinyue lin" userId="c60810e27de89a70" providerId="LiveId" clId="{A1E2AB5D-394F-48FB-8C7C-72437DCCBF0D}" dt="2026-04-01T11:23:50.642" v="1728" actId="478"/>
          <ac:cxnSpMkLst>
            <pc:docMk/>
            <pc:sldMk cId="1079088369" sldId="1417"/>
            <ac:cxnSpMk id="28" creationId="{BF365EEE-A795-EA3B-5BB5-4C6FC06EA52E}"/>
          </ac:cxnSpMkLst>
        </pc:cxnChg>
        <pc:cxnChg chg="add del mod">
          <ac:chgData name="xinyue lin" userId="c60810e27de89a70" providerId="LiveId" clId="{A1E2AB5D-394F-48FB-8C7C-72437DCCBF0D}" dt="2026-04-01T11:23:50.642" v="1728" actId="478"/>
          <ac:cxnSpMkLst>
            <pc:docMk/>
            <pc:sldMk cId="1079088369" sldId="1417"/>
            <ac:cxnSpMk id="29" creationId="{DB0FFF75-E69D-6AF8-3F9C-9FCA4376BDC1}"/>
          </ac:cxnSpMkLst>
        </pc:cxnChg>
        <pc:cxnChg chg="add mod">
          <ac:chgData name="xinyue lin" userId="c60810e27de89a70" providerId="LiveId" clId="{A1E2AB5D-394F-48FB-8C7C-72437DCCBF0D}" dt="2026-04-01T11:41:26.846" v="2065" actId="164"/>
          <ac:cxnSpMkLst>
            <pc:docMk/>
            <pc:sldMk cId="1079088369" sldId="1417"/>
            <ac:cxnSpMk id="30" creationId="{94776F2F-EF53-D368-8354-8F31A9E94EF7}"/>
          </ac:cxnSpMkLst>
        </pc:cxnChg>
        <pc:cxnChg chg="mod">
          <ac:chgData name="xinyue lin" userId="c60810e27de89a70" providerId="LiveId" clId="{A1E2AB5D-394F-48FB-8C7C-72437DCCBF0D}" dt="2026-04-01T11:41:35.130" v="2066" actId="164"/>
          <ac:cxnSpMkLst>
            <pc:docMk/>
            <pc:sldMk cId="1079088369" sldId="1417"/>
            <ac:cxnSpMk id="31" creationId="{E76A2401-9366-091A-523B-201556B7A136}"/>
          </ac:cxnSpMkLst>
        </pc:cxnChg>
      </pc:sldChg>
      <pc:sldChg chg="addSp delSp modSp mod delAnim modAnim">
        <pc:chgData name="xinyue lin" userId="c60810e27de89a70" providerId="LiveId" clId="{A1E2AB5D-394F-48FB-8C7C-72437DCCBF0D}" dt="2026-04-02T12:38:34.720" v="3313"/>
        <pc:sldMkLst>
          <pc:docMk/>
          <pc:sldMk cId="2536162559" sldId="1418"/>
        </pc:sldMkLst>
        <pc:spChg chg="mod">
          <ac:chgData name="xinyue lin" userId="c60810e27de89a70" providerId="LiveId" clId="{A1E2AB5D-394F-48FB-8C7C-72437DCCBF0D}" dt="2026-04-02T12:35:08.717" v="3269" actId="14100"/>
          <ac:spMkLst>
            <pc:docMk/>
            <pc:sldMk cId="2536162559" sldId="1418"/>
            <ac:spMk id="2" creationId="{00000000-0000-0000-0000-000000000000}"/>
          </ac:spMkLst>
        </pc:spChg>
        <pc:spChg chg="mod">
          <ac:chgData name="xinyue lin" userId="c60810e27de89a70" providerId="LiveId" clId="{A1E2AB5D-394F-48FB-8C7C-72437DCCBF0D}" dt="2026-04-02T12:34:17.433" v="3263" actId="1076"/>
          <ac:spMkLst>
            <pc:docMk/>
            <pc:sldMk cId="2536162559" sldId="1418"/>
            <ac:spMk id="6" creationId="{5330D0F0-661C-DF7F-1679-35C986509375}"/>
          </ac:spMkLst>
        </pc:spChg>
        <pc:spChg chg="mod">
          <ac:chgData name="xinyue lin" userId="c60810e27de89a70" providerId="LiveId" clId="{A1E2AB5D-394F-48FB-8C7C-72437DCCBF0D}" dt="2026-04-02T12:37:42.560" v="3308" actId="14100"/>
          <ac:spMkLst>
            <pc:docMk/>
            <pc:sldMk cId="2536162559" sldId="1418"/>
            <ac:spMk id="9" creationId="{00000000-0000-0000-0000-000000000000}"/>
          </ac:spMkLst>
        </pc:spChg>
        <pc:spChg chg="mod">
          <ac:chgData name="xinyue lin" userId="c60810e27de89a70" providerId="LiveId" clId="{A1E2AB5D-394F-48FB-8C7C-72437DCCBF0D}" dt="2026-04-02T12:36:20.152" v="3292" actId="14100"/>
          <ac:spMkLst>
            <pc:docMk/>
            <pc:sldMk cId="2536162559" sldId="1418"/>
            <ac:spMk id="10" creationId="{00000000-0000-0000-0000-000000000000}"/>
          </ac:spMkLst>
        </pc:spChg>
        <pc:spChg chg="mod">
          <ac:chgData name="xinyue lin" userId="c60810e27de89a70" providerId="LiveId" clId="{A1E2AB5D-394F-48FB-8C7C-72437DCCBF0D}" dt="2026-04-02T12:38:10.529" v="3310" actId="1037"/>
          <ac:spMkLst>
            <pc:docMk/>
            <pc:sldMk cId="2536162559" sldId="1418"/>
            <ac:spMk id="13" creationId="{00000000-0000-0000-0000-000000000000}"/>
          </ac:spMkLst>
        </pc:spChg>
        <pc:grpChg chg="mod">
          <ac:chgData name="xinyue lin" userId="c60810e27de89a70" providerId="LiveId" clId="{A1E2AB5D-394F-48FB-8C7C-72437DCCBF0D}" dt="2026-04-02T12:34:58.477" v="3268" actId="14100"/>
          <ac:grpSpMkLst>
            <pc:docMk/>
            <pc:sldMk cId="2536162559" sldId="1418"/>
            <ac:grpSpMk id="16" creationId="{00000000-0000-0000-0000-000000000000}"/>
          </ac:grpSpMkLst>
        </pc:grpChg>
        <pc:grpChg chg="mod">
          <ac:chgData name="xinyue lin" userId="c60810e27de89a70" providerId="LiveId" clId="{A1E2AB5D-394F-48FB-8C7C-72437DCCBF0D}" dt="2026-04-02T12:38:10.529" v="3310" actId="1037"/>
          <ac:grpSpMkLst>
            <pc:docMk/>
            <pc:sldMk cId="2536162559" sldId="1418"/>
            <ac:grpSpMk id="17" creationId="{00000000-0000-0000-0000-000000000000}"/>
          </ac:grpSpMkLst>
        </pc:grpChg>
        <pc:picChg chg="del">
          <ac:chgData name="xinyue lin" userId="c60810e27de89a70" providerId="LiveId" clId="{A1E2AB5D-394F-48FB-8C7C-72437DCCBF0D}" dt="2026-04-02T12:33:18.604" v="3249" actId="478"/>
          <ac:picMkLst>
            <pc:docMk/>
            <pc:sldMk cId="2536162559" sldId="1418"/>
            <ac:picMk id="4" creationId="{366E1D6C-3132-1D54-EEA2-7B2BA6C93D82}"/>
          </ac:picMkLst>
        </pc:picChg>
        <pc:picChg chg="add mod ord">
          <ac:chgData name="xinyue lin" userId="c60810e27de89a70" providerId="LiveId" clId="{A1E2AB5D-394F-48FB-8C7C-72437DCCBF0D}" dt="2026-04-02T12:37:27.346" v="3304" actId="1076"/>
          <ac:picMkLst>
            <pc:docMk/>
            <pc:sldMk cId="2536162559" sldId="1418"/>
            <ac:picMk id="5" creationId="{5830C4B4-10F1-EA8D-6EA8-B41F3110F105}"/>
          </ac:picMkLst>
        </pc:picChg>
        <pc:cxnChg chg="mod">
          <ac:chgData name="xinyue lin" userId="c60810e27de89a70" providerId="LiveId" clId="{A1E2AB5D-394F-48FB-8C7C-72437DCCBF0D}" dt="2026-04-02T12:37:42.560" v="3308" actId="14100"/>
          <ac:cxnSpMkLst>
            <pc:docMk/>
            <pc:sldMk cId="2536162559" sldId="1418"/>
            <ac:cxnSpMk id="11" creationId="{00000000-0000-0000-0000-000000000000}"/>
          </ac:cxnSpMkLst>
        </pc:cxnChg>
      </pc:sldChg>
      <pc:sldChg chg="addSp delSp modSp mod modAnim">
        <pc:chgData name="xinyue lin" userId="c60810e27de89a70" providerId="LiveId" clId="{A1E2AB5D-394F-48FB-8C7C-72437DCCBF0D}" dt="2026-04-02T12:45:28.049" v="3381" actId="1076"/>
        <pc:sldMkLst>
          <pc:docMk/>
          <pc:sldMk cId="1866836666" sldId="1419"/>
        </pc:sldMkLst>
        <pc:spChg chg="mod">
          <ac:chgData name="xinyue lin" userId="c60810e27de89a70" providerId="LiveId" clId="{A1E2AB5D-394F-48FB-8C7C-72437DCCBF0D}" dt="2026-04-01T08:46:05.532" v="0" actId="20577"/>
          <ac:spMkLst>
            <pc:docMk/>
            <pc:sldMk cId="1866836666" sldId="1419"/>
            <ac:spMk id="2" creationId="{6094281E-C7B8-B39F-AD87-D65B3189B792}"/>
          </ac:spMkLst>
        </pc:spChg>
        <pc:spChg chg="mod">
          <ac:chgData name="xinyue lin" userId="c60810e27de89a70" providerId="LiveId" clId="{A1E2AB5D-394F-48FB-8C7C-72437DCCBF0D}" dt="2026-04-02T12:43:12.686" v="3339" actId="14100"/>
          <ac:spMkLst>
            <pc:docMk/>
            <pc:sldMk cId="1866836666" sldId="1419"/>
            <ac:spMk id="7" creationId="{A0C49A34-C919-D92B-B5BC-E96275B93E64}"/>
          </ac:spMkLst>
        </pc:spChg>
        <pc:spChg chg="mod">
          <ac:chgData name="xinyue lin" userId="c60810e27de89a70" providerId="LiveId" clId="{A1E2AB5D-394F-48FB-8C7C-72437DCCBF0D}" dt="2026-04-02T06:12:33.084" v="2754" actId="1076"/>
          <ac:spMkLst>
            <pc:docMk/>
            <pc:sldMk cId="1866836666" sldId="1419"/>
            <ac:spMk id="8" creationId="{00820194-C567-AA46-5E92-E2A1483ADD4B}"/>
          </ac:spMkLst>
        </pc:spChg>
        <pc:spChg chg="mod">
          <ac:chgData name="xinyue lin" userId="c60810e27de89a70" providerId="LiveId" clId="{A1E2AB5D-394F-48FB-8C7C-72437DCCBF0D}" dt="2026-04-02T12:44:06.556" v="3356" actId="1036"/>
          <ac:spMkLst>
            <pc:docMk/>
            <pc:sldMk cId="1866836666" sldId="1419"/>
            <ac:spMk id="9" creationId="{0B35FB9B-62D7-F0EA-F5FA-69284DA3E12E}"/>
          </ac:spMkLst>
        </pc:spChg>
        <pc:spChg chg="mod">
          <ac:chgData name="xinyue lin" userId="c60810e27de89a70" providerId="LiveId" clId="{A1E2AB5D-394F-48FB-8C7C-72437DCCBF0D}" dt="2026-04-02T12:44:39.784" v="3362" actId="1038"/>
          <ac:spMkLst>
            <pc:docMk/>
            <pc:sldMk cId="1866836666" sldId="1419"/>
            <ac:spMk id="10" creationId="{4FDB47EE-CD82-B576-0F7D-B91139B8DEB0}"/>
          </ac:spMkLst>
        </pc:spChg>
        <pc:spChg chg="mod">
          <ac:chgData name="xinyue lin" userId="c60810e27de89a70" providerId="LiveId" clId="{A1E2AB5D-394F-48FB-8C7C-72437DCCBF0D}" dt="2026-04-02T12:45:02.770" v="3377" actId="1036"/>
          <ac:spMkLst>
            <pc:docMk/>
            <pc:sldMk cId="1866836666" sldId="1419"/>
            <ac:spMk id="11" creationId="{83093AAA-CE05-8ACE-8739-56A141E58F41}"/>
          </ac:spMkLst>
        </pc:spChg>
        <pc:spChg chg="mod">
          <ac:chgData name="xinyue lin" userId="c60810e27de89a70" providerId="LiveId" clId="{A1E2AB5D-394F-48FB-8C7C-72437DCCBF0D}" dt="2026-04-02T12:45:28.049" v="3381" actId="1076"/>
          <ac:spMkLst>
            <pc:docMk/>
            <pc:sldMk cId="1866836666" sldId="1419"/>
            <ac:spMk id="12" creationId="{A75205E2-4809-8AF4-FAE5-50E500CEFDA3}"/>
          </ac:spMkLst>
        </pc:spChg>
        <pc:spChg chg="mod">
          <ac:chgData name="xinyue lin" userId="c60810e27de89a70" providerId="LiveId" clId="{A1E2AB5D-394F-48FB-8C7C-72437DCCBF0D}" dt="2026-04-01T08:46:11.112" v="8" actId="1038"/>
          <ac:spMkLst>
            <pc:docMk/>
            <pc:sldMk cId="1866836666" sldId="1419"/>
            <ac:spMk id="16" creationId="{13948F84-AE1D-97DF-B5C5-1C682DE0021C}"/>
          </ac:spMkLst>
        </pc:spChg>
        <pc:grpChg chg="del">
          <ac:chgData name="xinyue lin" userId="c60810e27de89a70" providerId="LiveId" clId="{A1E2AB5D-394F-48FB-8C7C-72437DCCBF0D}" dt="2026-04-02T12:40:21.655" v="3318" actId="165"/>
          <ac:grpSpMkLst>
            <pc:docMk/>
            <pc:sldMk cId="1866836666" sldId="1419"/>
            <ac:grpSpMk id="13" creationId="{C82A4CB6-4FB2-9ECC-8C4D-2DA47A3DC0A1}"/>
          </ac:grpSpMkLst>
        </pc:grpChg>
        <pc:grpChg chg="add mod">
          <ac:chgData name="xinyue lin" userId="c60810e27de89a70" providerId="LiveId" clId="{A1E2AB5D-394F-48FB-8C7C-72437DCCBF0D}" dt="2026-04-02T12:43:38.966" v="3340" actId="164"/>
          <ac:grpSpMkLst>
            <pc:docMk/>
            <pc:sldMk cId="1866836666" sldId="1419"/>
            <ac:grpSpMk id="19" creationId="{9C10C11A-11B9-0B92-E9F3-31B4BDA4F1C8}"/>
          </ac:grpSpMkLst>
        </pc:grpChg>
        <pc:picChg chg="del mod topLvl">
          <ac:chgData name="xinyue lin" userId="c60810e27de89a70" providerId="LiveId" clId="{A1E2AB5D-394F-48FB-8C7C-72437DCCBF0D}" dt="2026-04-02T12:40:24.097" v="3319" actId="478"/>
          <ac:picMkLst>
            <pc:docMk/>
            <pc:sldMk cId="1866836666" sldId="1419"/>
            <ac:picMk id="4" creationId="{81AF0492-46B9-C187-3BA2-0876591DFD78}"/>
          </ac:picMkLst>
        </pc:picChg>
        <pc:picChg chg="del mod topLvl">
          <ac:chgData name="xinyue lin" userId="c60810e27de89a70" providerId="LiveId" clId="{A1E2AB5D-394F-48FB-8C7C-72437DCCBF0D}" dt="2026-04-02T12:41:08.436" v="3333" actId="478"/>
          <ac:picMkLst>
            <pc:docMk/>
            <pc:sldMk cId="1866836666" sldId="1419"/>
            <ac:picMk id="5" creationId="{4B68D54D-4DA2-D5E5-6149-94DDED4A76A4}"/>
          </ac:picMkLst>
        </pc:picChg>
        <pc:picChg chg="mod topLvl">
          <ac:chgData name="xinyue lin" userId="c60810e27de89a70" providerId="LiveId" clId="{A1E2AB5D-394F-48FB-8C7C-72437DCCBF0D}" dt="2026-04-02T12:43:38.966" v="3340" actId="164"/>
          <ac:picMkLst>
            <pc:docMk/>
            <pc:sldMk cId="1866836666" sldId="1419"/>
            <ac:picMk id="6" creationId="{40FCFB3A-2864-B1BC-A0FD-0CCF5F758130}"/>
          </ac:picMkLst>
        </pc:picChg>
        <pc:picChg chg="add mod ord modCrop">
          <ac:chgData name="xinyue lin" userId="c60810e27de89a70" providerId="LiveId" clId="{A1E2AB5D-394F-48FB-8C7C-72437DCCBF0D}" dt="2026-04-02T12:43:38.966" v="3340" actId="164"/>
          <ac:picMkLst>
            <pc:docMk/>
            <pc:sldMk cId="1866836666" sldId="1419"/>
            <ac:picMk id="17" creationId="{B631580E-328D-FEEA-5B60-D69F8C8D648C}"/>
          </ac:picMkLst>
        </pc:picChg>
        <pc:picChg chg="add mod ord modCrop">
          <ac:chgData name="xinyue lin" userId="c60810e27de89a70" providerId="LiveId" clId="{A1E2AB5D-394F-48FB-8C7C-72437DCCBF0D}" dt="2026-04-02T12:43:38.966" v="3340" actId="164"/>
          <ac:picMkLst>
            <pc:docMk/>
            <pc:sldMk cId="1866836666" sldId="1419"/>
            <ac:picMk id="18" creationId="{EA57688C-5D0C-CED8-AFC7-120ACA4EF33F}"/>
          </ac:picMkLst>
        </pc:picChg>
      </pc:sldChg>
      <pc:sldChg chg="addSp delSp modSp mod delAnim modAnim">
        <pc:chgData name="xinyue lin" userId="c60810e27de89a70" providerId="LiveId" clId="{A1E2AB5D-394F-48FB-8C7C-72437DCCBF0D}" dt="2026-04-02T15:12:31.283" v="3675"/>
        <pc:sldMkLst>
          <pc:docMk/>
          <pc:sldMk cId="3492197515" sldId="1423"/>
        </pc:sldMkLst>
        <pc:spChg chg="mod">
          <ac:chgData name="xinyue lin" userId="c60810e27de89a70" providerId="LiveId" clId="{A1E2AB5D-394F-48FB-8C7C-72437DCCBF0D}" dt="2026-04-02T11:47:53.906" v="3120" actId="1037"/>
          <ac:spMkLst>
            <pc:docMk/>
            <pc:sldMk cId="3492197515" sldId="1423"/>
            <ac:spMk id="4" creationId="{FB830D20-D31E-A0CA-ACB7-08923BC25D2B}"/>
          </ac:spMkLst>
        </pc:spChg>
        <pc:spChg chg="mod">
          <ac:chgData name="xinyue lin" userId="c60810e27de89a70" providerId="LiveId" clId="{A1E2AB5D-394F-48FB-8C7C-72437DCCBF0D}" dt="2026-04-02T11:47:53.906" v="3120" actId="1037"/>
          <ac:spMkLst>
            <pc:docMk/>
            <pc:sldMk cId="3492197515" sldId="1423"/>
            <ac:spMk id="5" creationId="{47A8B992-8690-F1B4-0AA8-95D81AC136DA}"/>
          </ac:spMkLst>
        </pc:spChg>
        <pc:spChg chg="mod topLvl">
          <ac:chgData name="xinyue lin" userId="c60810e27de89a70" providerId="LiveId" clId="{A1E2AB5D-394F-48FB-8C7C-72437DCCBF0D}" dt="2026-04-02T11:47:53.906" v="3120" actId="1037"/>
          <ac:spMkLst>
            <pc:docMk/>
            <pc:sldMk cId="3492197515" sldId="1423"/>
            <ac:spMk id="7" creationId="{74B0B82A-6335-F7A1-4945-BEF7792EC19C}"/>
          </ac:spMkLst>
        </pc:spChg>
        <pc:spChg chg="mod topLvl">
          <ac:chgData name="xinyue lin" userId="c60810e27de89a70" providerId="LiveId" clId="{A1E2AB5D-394F-48FB-8C7C-72437DCCBF0D}" dt="2026-04-02T12:15:00.042" v="3192" actId="1037"/>
          <ac:spMkLst>
            <pc:docMk/>
            <pc:sldMk cId="3492197515" sldId="1423"/>
            <ac:spMk id="8" creationId="{068D5B35-BD66-2A18-26EB-882316629FD1}"/>
          </ac:spMkLst>
        </pc:spChg>
        <pc:spChg chg="mod">
          <ac:chgData name="xinyue lin" userId="c60810e27de89a70" providerId="LiveId" clId="{A1E2AB5D-394F-48FB-8C7C-72437DCCBF0D}" dt="2026-04-02T11:47:53.906" v="3120" actId="1037"/>
          <ac:spMkLst>
            <pc:docMk/>
            <pc:sldMk cId="3492197515" sldId="1423"/>
            <ac:spMk id="9" creationId="{DE7C4638-2811-9456-DE01-B01E243012F6}"/>
          </ac:spMkLst>
        </pc:spChg>
        <pc:grpChg chg="add del mod">
          <ac:chgData name="xinyue lin" userId="c60810e27de89a70" providerId="LiveId" clId="{A1E2AB5D-394F-48FB-8C7C-72437DCCBF0D}" dt="2026-04-02T04:53:17.545" v="2537" actId="165"/>
          <ac:grpSpMkLst>
            <pc:docMk/>
            <pc:sldMk cId="3492197515" sldId="1423"/>
            <ac:grpSpMk id="6" creationId="{1134D5B2-9829-DB07-EBF9-0A806A069CED}"/>
          </ac:grpSpMkLst>
        </pc:grpChg>
        <pc:picChg chg="del mod">
          <ac:chgData name="xinyue lin" userId="c60810e27de89a70" providerId="LiveId" clId="{A1E2AB5D-394F-48FB-8C7C-72437DCCBF0D}" dt="2026-04-02T12:46:52.917" v="3382" actId="478"/>
          <ac:picMkLst>
            <pc:docMk/>
            <pc:sldMk cId="3492197515" sldId="1423"/>
            <ac:picMk id="2" creationId="{130BCB15-6A15-F1AF-BF89-F1957AF6618F}"/>
          </ac:picMkLst>
        </pc:picChg>
        <pc:picChg chg="add mod ord">
          <ac:chgData name="xinyue lin" userId="c60810e27de89a70" providerId="LiveId" clId="{A1E2AB5D-394F-48FB-8C7C-72437DCCBF0D}" dt="2026-04-02T12:49:45.578" v="3416" actId="1036"/>
          <ac:picMkLst>
            <pc:docMk/>
            <pc:sldMk cId="3492197515" sldId="1423"/>
            <ac:picMk id="6" creationId="{6DA33A4A-D66C-E14C-F054-97395ADDC718}"/>
          </ac:picMkLst>
        </pc:picChg>
      </pc:sldChg>
      <pc:sldChg chg="addSp delSp modSp mod delAnim modAnim">
        <pc:chgData name="xinyue lin" userId="c60810e27de89a70" providerId="LiveId" clId="{A1E2AB5D-394F-48FB-8C7C-72437DCCBF0D}" dt="2026-04-02T15:09:32.371" v="3626"/>
        <pc:sldMkLst>
          <pc:docMk/>
          <pc:sldMk cId="1296916322" sldId="1424"/>
        </pc:sldMkLst>
        <pc:spChg chg="mod">
          <ac:chgData name="xinyue lin" userId="c60810e27de89a70" providerId="LiveId" clId="{A1E2AB5D-394F-48FB-8C7C-72437DCCBF0D}" dt="2026-04-01T10:30:27.491" v="893" actId="14100"/>
          <ac:spMkLst>
            <pc:docMk/>
            <pc:sldMk cId="1296916322" sldId="1424"/>
            <ac:spMk id="2" creationId="{48AA14D2-3FB6-9C64-59FF-A034B6E12797}"/>
          </ac:spMkLst>
        </pc:spChg>
        <pc:spChg chg="mod">
          <ac:chgData name="xinyue lin" userId="c60810e27de89a70" providerId="LiveId" clId="{A1E2AB5D-394F-48FB-8C7C-72437DCCBF0D}" dt="2026-04-01T11:00:20.936" v="1371" actId="1036"/>
          <ac:spMkLst>
            <pc:docMk/>
            <pc:sldMk cId="1296916322" sldId="1424"/>
            <ac:spMk id="4" creationId="{EDC46F3D-F2A6-B5D0-4DA3-4E6ED339D7C5}"/>
          </ac:spMkLst>
        </pc:spChg>
        <pc:spChg chg="add mod">
          <ac:chgData name="xinyue lin" userId="c60810e27de89a70" providerId="LiveId" clId="{A1E2AB5D-394F-48FB-8C7C-72437DCCBF0D}" dt="2026-04-02T15:08:59.775" v="3608" actId="1038"/>
          <ac:spMkLst>
            <pc:docMk/>
            <pc:sldMk cId="1296916322" sldId="1424"/>
            <ac:spMk id="5" creationId="{1F3A036D-8340-D6FB-B8F4-3167CCEA7FC7}"/>
          </ac:spMkLst>
        </pc:spChg>
        <pc:spChg chg="mod">
          <ac:chgData name="xinyue lin" userId="c60810e27de89a70" providerId="LiveId" clId="{A1E2AB5D-394F-48FB-8C7C-72437DCCBF0D}" dt="2026-04-01T10:30:47.679" v="899" actId="207"/>
          <ac:spMkLst>
            <pc:docMk/>
            <pc:sldMk cId="1296916322" sldId="1424"/>
            <ac:spMk id="6" creationId="{181E2199-10C8-F513-3113-9C8FC5ACE81D}"/>
          </ac:spMkLst>
        </pc:spChg>
        <pc:spChg chg="mod">
          <ac:chgData name="xinyue lin" userId="c60810e27de89a70" providerId="LiveId" clId="{A1E2AB5D-394F-48FB-8C7C-72437DCCBF0D}" dt="2026-04-02T15:08:53.302" v="3592" actId="2710"/>
          <ac:spMkLst>
            <pc:docMk/>
            <pc:sldMk cId="1296916322" sldId="1424"/>
            <ac:spMk id="7" creationId="{C89FC11D-9AA9-59AA-3120-09C1CF6A6DC9}"/>
          </ac:spMkLst>
        </pc:spChg>
        <pc:spChg chg="mod">
          <ac:chgData name="xinyue lin" userId="c60810e27de89a70" providerId="LiveId" clId="{A1E2AB5D-394F-48FB-8C7C-72437DCCBF0D}" dt="2026-04-02T15:08:22.015" v="3587" actId="1076"/>
          <ac:spMkLst>
            <pc:docMk/>
            <pc:sldMk cId="1296916322" sldId="1424"/>
            <ac:spMk id="8" creationId="{F777DF8F-0DE0-D51D-8D76-B6D25E01316D}"/>
          </ac:spMkLst>
        </pc:spChg>
        <pc:spChg chg="add mod">
          <ac:chgData name="xinyue lin" userId="c60810e27de89a70" providerId="LiveId" clId="{A1E2AB5D-394F-48FB-8C7C-72437DCCBF0D}" dt="2026-04-02T15:09:15.876" v="3625" actId="1038"/>
          <ac:spMkLst>
            <pc:docMk/>
            <pc:sldMk cId="1296916322" sldId="1424"/>
            <ac:spMk id="9" creationId="{5697CB0F-5407-C307-467A-0FC3FA8138E3}"/>
          </ac:spMkLst>
        </pc:spChg>
        <pc:spChg chg="del mod">
          <ac:chgData name="xinyue lin" userId="c60810e27de89a70" providerId="LiveId" clId="{A1E2AB5D-394F-48FB-8C7C-72437DCCBF0D}" dt="2026-04-02T02:30:14.784" v="2204" actId="478"/>
          <ac:spMkLst>
            <pc:docMk/>
            <pc:sldMk cId="1296916322" sldId="1424"/>
            <ac:spMk id="11" creationId="{FE6E4003-6697-D856-A9ED-EF6D25C54856}"/>
          </ac:spMkLst>
        </pc:spChg>
        <pc:spChg chg="del">
          <ac:chgData name="xinyue lin" userId="c60810e27de89a70" providerId="LiveId" clId="{A1E2AB5D-394F-48FB-8C7C-72437DCCBF0D}" dt="2026-04-02T02:30:14.784" v="2204" actId="478"/>
          <ac:spMkLst>
            <pc:docMk/>
            <pc:sldMk cId="1296916322" sldId="1424"/>
            <ac:spMk id="13" creationId="{3BFF0133-5608-CA2B-4F52-D0C1E2803139}"/>
          </ac:spMkLst>
        </pc:spChg>
      </pc:sldChg>
      <pc:sldChg chg="addSp delSp modSp mod modAnim">
        <pc:chgData name="xinyue lin" userId="c60810e27de89a70" providerId="LiveId" clId="{A1E2AB5D-394F-48FB-8C7C-72437DCCBF0D}" dt="2026-04-02T12:50:07.280" v="3420"/>
        <pc:sldMkLst>
          <pc:docMk/>
          <pc:sldMk cId="1271156690" sldId="1425"/>
        </pc:sldMkLst>
        <pc:spChg chg="mod">
          <ac:chgData name="xinyue lin" userId="c60810e27de89a70" providerId="LiveId" clId="{A1E2AB5D-394F-48FB-8C7C-72437DCCBF0D}" dt="2026-04-02T11:48:13.695" v="3122" actId="1038"/>
          <ac:spMkLst>
            <pc:docMk/>
            <pc:sldMk cId="1271156690" sldId="1425"/>
            <ac:spMk id="5" creationId="{1A4807F2-0348-76C6-8F5F-965FEE8DCBD6}"/>
          </ac:spMkLst>
        </pc:spChg>
        <pc:spChg chg="mod">
          <ac:chgData name="xinyue lin" userId="c60810e27de89a70" providerId="LiveId" clId="{A1E2AB5D-394F-48FB-8C7C-72437DCCBF0D}" dt="2026-04-02T11:48:34.096" v="3126" actId="1035"/>
          <ac:spMkLst>
            <pc:docMk/>
            <pc:sldMk cId="1271156690" sldId="1425"/>
            <ac:spMk id="6" creationId="{67407E39-19AF-2F8D-F95A-15027CCDBD52}"/>
          </ac:spMkLst>
        </pc:spChg>
        <pc:spChg chg="mod">
          <ac:chgData name="xinyue lin" userId="c60810e27de89a70" providerId="LiveId" clId="{A1E2AB5D-394F-48FB-8C7C-72437DCCBF0D}" dt="2026-04-02T11:48:44.595" v="3127" actId="1035"/>
          <ac:spMkLst>
            <pc:docMk/>
            <pc:sldMk cId="1271156690" sldId="1425"/>
            <ac:spMk id="7" creationId="{8977175E-C81D-2DDB-99D6-E76F28691E5D}"/>
          </ac:spMkLst>
        </pc:spChg>
        <pc:spChg chg="mod">
          <ac:chgData name="xinyue lin" userId="c60810e27de89a70" providerId="LiveId" clId="{A1E2AB5D-394F-48FB-8C7C-72437DCCBF0D}" dt="2026-04-02T11:48:44.595" v="3127" actId="1035"/>
          <ac:spMkLst>
            <pc:docMk/>
            <pc:sldMk cId="1271156690" sldId="1425"/>
            <ac:spMk id="8" creationId="{D9A9E3C2-2176-E82A-44E8-CFA5E264D3D5}"/>
          </ac:spMkLst>
        </pc:spChg>
        <pc:spChg chg="mod">
          <ac:chgData name="xinyue lin" userId="c60810e27de89a70" providerId="LiveId" clId="{A1E2AB5D-394F-48FB-8C7C-72437DCCBF0D}" dt="2026-04-02T11:48:34.096" v="3126" actId="1035"/>
          <ac:spMkLst>
            <pc:docMk/>
            <pc:sldMk cId="1271156690" sldId="1425"/>
            <ac:spMk id="9" creationId="{645BCF00-3A8F-C871-F4EF-079AF864F278}"/>
          </ac:spMkLst>
        </pc:spChg>
        <pc:spChg chg="mod">
          <ac:chgData name="xinyue lin" userId="c60810e27de89a70" providerId="LiveId" clId="{A1E2AB5D-394F-48FB-8C7C-72437DCCBF0D}" dt="2026-04-02T11:48:34.096" v="3126" actId="1035"/>
          <ac:spMkLst>
            <pc:docMk/>
            <pc:sldMk cId="1271156690" sldId="1425"/>
            <ac:spMk id="11" creationId="{B87F58BB-BFCA-FB8B-ABE7-2598EED1C40A}"/>
          </ac:spMkLst>
        </pc:spChg>
        <pc:picChg chg="del mod">
          <ac:chgData name="xinyue lin" userId="c60810e27de89a70" providerId="LiveId" clId="{A1E2AB5D-394F-48FB-8C7C-72437DCCBF0D}" dt="2026-04-02T12:49:59.480" v="3417" actId="478"/>
          <ac:picMkLst>
            <pc:docMk/>
            <pc:sldMk cId="1271156690" sldId="1425"/>
            <ac:picMk id="2" creationId="{0AA54649-7F48-C83C-DC68-E462899124E9}"/>
          </ac:picMkLst>
        </pc:picChg>
        <pc:picChg chg="add mod ord">
          <ac:chgData name="xinyue lin" userId="c60810e27de89a70" providerId="LiveId" clId="{A1E2AB5D-394F-48FB-8C7C-72437DCCBF0D}" dt="2026-04-02T12:50:05.257" v="3419" actId="167"/>
          <ac:picMkLst>
            <pc:docMk/>
            <pc:sldMk cId="1271156690" sldId="1425"/>
            <ac:picMk id="4" creationId="{DD0DB72D-9559-4265-07C1-EFD164799489}"/>
          </ac:picMkLst>
        </pc:picChg>
      </pc:sldChg>
      <pc:sldChg chg="modSp mod modAnim">
        <pc:chgData name="xinyue lin" userId="c60810e27de89a70" providerId="LiveId" clId="{A1E2AB5D-394F-48FB-8C7C-72437DCCBF0D}" dt="2026-04-02T15:13:41.309" v="3681" actId="1076"/>
        <pc:sldMkLst>
          <pc:docMk/>
          <pc:sldMk cId="2243201100" sldId="1427"/>
        </pc:sldMkLst>
        <pc:spChg chg="mod">
          <ac:chgData name="xinyue lin" userId="c60810e27de89a70" providerId="LiveId" clId="{A1E2AB5D-394F-48FB-8C7C-72437DCCBF0D}" dt="2026-04-01T10:31:14.821" v="905" actId="113"/>
          <ac:spMkLst>
            <pc:docMk/>
            <pc:sldMk cId="2243201100" sldId="1427"/>
            <ac:spMk id="2" creationId="{63771302-0C8F-E4C3-0869-114A093B98DC}"/>
          </ac:spMkLst>
        </pc:spChg>
        <pc:spChg chg="mod">
          <ac:chgData name="xinyue lin" userId="c60810e27de89a70" providerId="LiveId" clId="{A1E2AB5D-394F-48FB-8C7C-72437DCCBF0D}" dt="2026-04-02T15:07:52.264" v="3578" actId="1076"/>
          <ac:spMkLst>
            <pc:docMk/>
            <pc:sldMk cId="2243201100" sldId="1427"/>
            <ac:spMk id="5" creationId="{6698F33D-17E4-F29B-F371-C6AB47B5FC07}"/>
          </ac:spMkLst>
        </pc:spChg>
        <pc:spChg chg="mod">
          <ac:chgData name="xinyue lin" userId="c60810e27de89a70" providerId="LiveId" clId="{A1E2AB5D-394F-48FB-8C7C-72437DCCBF0D}" dt="2026-04-01T08:49:15.938" v="47" actId="1036"/>
          <ac:spMkLst>
            <pc:docMk/>
            <pc:sldMk cId="2243201100" sldId="1427"/>
            <ac:spMk id="9" creationId="{7BF9DBA5-A001-A0EE-EFC4-EC8666FA0F7C}"/>
          </ac:spMkLst>
        </pc:spChg>
        <pc:spChg chg="mod">
          <ac:chgData name="xinyue lin" userId="c60810e27de89a70" providerId="LiveId" clId="{A1E2AB5D-394F-48FB-8C7C-72437DCCBF0D}" dt="2026-04-01T08:49:19.816" v="50" actId="1036"/>
          <ac:spMkLst>
            <pc:docMk/>
            <pc:sldMk cId="2243201100" sldId="1427"/>
            <ac:spMk id="11" creationId="{5453B887-5846-1587-B8E0-FC613C6E42B5}"/>
          </ac:spMkLst>
        </pc:spChg>
        <pc:spChg chg="mod">
          <ac:chgData name="xinyue lin" userId="c60810e27de89a70" providerId="LiveId" clId="{A1E2AB5D-394F-48FB-8C7C-72437DCCBF0D}" dt="2026-04-02T15:07:58.634" v="3579" actId="255"/>
          <ac:spMkLst>
            <pc:docMk/>
            <pc:sldMk cId="2243201100" sldId="1427"/>
            <ac:spMk id="12" creationId="{39B67C9B-F1D5-6315-1215-B2B81EEA3E75}"/>
          </ac:spMkLst>
        </pc:spChg>
        <pc:spChg chg="mod">
          <ac:chgData name="xinyue lin" userId="c60810e27de89a70" providerId="LiveId" clId="{A1E2AB5D-394F-48FB-8C7C-72437DCCBF0D}" dt="2026-04-02T15:06:44.845" v="3552" actId="20577"/>
          <ac:spMkLst>
            <pc:docMk/>
            <pc:sldMk cId="2243201100" sldId="1427"/>
            <ac:spMk id="14" creationId="{001F77BA-5335-908C-9610-B1ADC4BA90C5}"/>
          </ac:spMkLst>
        </pc:spChg>
        <pc:spChg chg="mod">
          <ac:chgData name="xinyue lin" userId="c60810e27de89a70" providerId="LiveId" clId="{A1E2AB5D-394F-48FB-8C7C-72437DCCBF0D}" dt="2026-04-02T15:13:33.412" v="3679" actId="255"/>
          <ac:spMkLst>
            <pc:docMk/>
            <pc:sldMk cId="2243201100" sldId="1427"/>
            <ac:spMk id="15" creationId="{32F617D6-5F43-9861-1B04-0037E8288249}"/>
          </ac:spMkLst>
        </pc:spChg>
        <pc:spChg chg="mod">
          <ac:chgData name="xinyue lin" userId="c60810e27de89a70" providerId="LiveId" clId="{A1E2AB5D-394F-48FB-8C7C-72437DCCBF0D}" dt="2026-04-02T15:13:22.018" v="3677" actId="255"/>
          <ac:spMkLst>
            <pc:docMk/>
            <pc:sldMk cId="2243201100" sldId="1427"/>
            <ac:spMk id="18" creationId="{1653CC97-F596-7D3D-49A4-F607C37B0380}"/>
          </ac:spMkLst>
        </pc:spChg>
        <pc:spChg chg="mod">
          <ac:chgData name="xinyue lin" userId="c60810e27de89a70" providerId="LiveId" clId="{A1E2AB5D-394F-48FB-8C7C-72437DCCBF0D}" dt="2026-04-02T15:13:27.259" v="3678" actId="255"/>
          <ac:spMkLst>
            <pc:docMk/>
            <pc:sldMk cId="2243201100" sldId="1427"/>
            <ac:spMk id="21" creationId="{D0A33173-86E1-C38C-3B98-4C54C469C9C3}"/>
          </ac:spMkLst>
        </pc:spChg>
        <pc:grpChg chg="mod">
          <ac:chgData name="xinyue lin" userId="c60810e27de89a70" providerId="LiveId" clId="{A1E2AB5D-394F-48FB-8C7C-72437DCCBF0D}" dt="2026-04-01T08:50:57.659" v="65" actId="1038"/>
          <ac:grpSpMkLst>
            <pc:docMk/>
            <pc:sldMk cId="2243201100" sldId="1427"/>
            <ac:grpSpMk id="8" creationId="{76861057-23AD-7488-52B6-9F9AB81B0590}"/>
          </ac:grpSpMkLst>
        </pc:grpChg>
        <pc:grpChg chg="mod">
          <ac:chgData name="xinyue lin" userId="c60810e27de89a70" providerId="LiveId" clId="{A1E2AB5D-394F-48FB-8C7C-72437DCCBF0D}" dt="2026-04-02T15:13:41.309" v="3681" actId="1076"/>
          <ac:grpSpMkLst>
            <pc:docMk/>
            <pc:sldMk cId="2243201100" sldId="1427"/>
            <ac:grpSpMk id="16" creationId="{6A334FB5-CC9C-8929-8A6D-B0EB638F7F4B}"/>
          </ac:grpSpMkLst>
        </pc:grpChg>
        <pc:grpChg chg="mod">
          <ac:chgData name="xinyue lin" userId="c60810e27de89a70" providerId="LiveId" clId="{A1E2AB5D-394F-48FB-8C7C-72437DCCBF0D}" dt="2026-04-02T15:13:41.309" v="3681" actId="1076"/>
          <ac:grpSpMkLst>
            <pc:docMk/>
            <pc:sldMk cId="2243201100" sldId="1427"/>
            <ac:grpSpMk id="19" creationId="{1B468607-56D3-0E6C-AF15-D339BC453947}"/>
          </ac:grpSpMkLst>
        </pc:grpChg>
      </pc:sldChg>
      <pc:sldChg chg="addSp modSp mod modAnim">
        <pc:chgData name="xinyue lin" userId="c60810e27de89a70" providerId="LiveId" clId="{A1E2AB5D-394F-48FB-8C7C-72437DCCBF0D}" dt="2026-04-02T11:45:46.278" v="3076" actId="1037"/>
        <pc:sldMkLst>
          <pc:docMk/>
          <pc:sldMk cId="879649792" sldId="1429"/>
        </pc:sldMkLst>
        <pc:spChg chg="mod">
          <ac:chgData name="xinyue lin" userId="c60810e27de89a70" providerId="LiveId" clId="{A1E2AB5D-394F-48FB-8C7C-72437DCCBF0D}" dt="2026-04-02T11:45:46.278" v="3076" actId="1037"/>
          <ac:spMkLst>
            <pc:docMk/>
            <pc:sldMk cId="879649792" sldId="1429"/>
            <ac:spMk id="2" creationId="{BEB64866-E037-D4FF-1E87-1CF4338E8FEF}"/>
          </ac:spMkLst>
        </pc:spChg>
        <pc:spChg chg="mod">
          <ac:chgData name="xinyue lin" userId="c60810e27de89a70" providerId="LiveId" clId="{A1E2AB5D-394F-48FB-8C7C-72437DCCBF0D}" dt="2026-04-02T11:45:46.278" v="3076" actId="1037"/>
          <ac:spMkLst>
            <pc:docMk/>
            <pc:sldMk cId="879649792" sldId="1429"/>
            <ac:spMk id="13" creationId="{EEB9DC52-6DC8-9920-6E9A-5C0B8C3893C2}"/>
          </ac:spMkLst>
        </pc:spChg>
        <pc:spChg chg="mod">
          <ac:chgData name="xinyue lin" userId="c60810e27de89a70" providerId="LiveId" clId="{A1E2AB5D-394F-48FB-8C7C-72437DCCBF0D}" dt="2026-04-02T11:45:46.278" v="3076" actId="1037"/>
          <ac:spMkLst>
            <pc:docMk/>
            <pc:sldMk cId="879649792" sldId="1429"/>
            <ac:spMk id="14" creationId="{0ECBC42D-3C86-1E86-04AE-BCFEA9E21EC3}"/>
          </ac:spMkLst>
        </pc:spChg>
        <pc:picChg chg="add mod modCrop">
          <ac:chgData name="xinyue lin" userId="c60810e27de89a70" providerId="LiveId" clId="{A1E2AB5D-394F-48FB-8C7C-72437DCCBF0D}" dt="2026-04-02T11:40:23.851" v="3067" actId="732"/>
          <ac:picMkLst>
            <pc:docMk/>
            <pc:sldMk cId="879649792" sldId="1429"/>
            <ac:picMk id="5" creationId="{6DAF07E4-2C26-7A62-A19E-483380EDD417}"/>
          </ac:picMkLst>
        </pc:picChg>
        <pc:picChg chg="mod">
          <ac:chgData name="xinyue lin" userId="c60810e27de89a70" providerId="LiveId" clId="{A1E2AB5D-394F-48FB-8C7C-72437DCCBF0D}" dt="2026-04-02T11:39:28.005" v="3058" actId="1037"/>
          <ac:picMkLst>
            <pc:docMk/>
            <pc:sldMk cId="879649792" sldId="1429"/>
            <ac:picMk id="10" creationId="{4B2C937E-0BF6-B1AA-453D-B8BE14A2E6BF}"/>
          </ac:picMkLst>
        </pc:picChg>
      </pc:sldChg>
      <pc:sldChg chg="modSp add del ord modAnim">
        <pc:chgData name="xinyue lin" userId="c60810e27de89a70" providerId="LiveId" clId="{A1E2AB5D-394F-48FB-8C7C-72437DCCBF0D}" dt="2026-04-01T11:01:55.759" v="1375" actId="47"/>
        <pc:sldMkLst>
          <pc:docMk/>
          <pc:sldMk cId="4123720854" sldId="1430"/>
        </pc:sldMkLst>
        <pc:spChg chg="mod">
          <ac:chgData name="xinyue lin" userId="c60810e27de89a70" providerId="LiveId" clId="{A1E2AB5D-394F-48FB-8C7C-72437DCCBF0D}" dt="2026-04-01T08:55:36.071" v="98"/>
          <ac:spMkLst>
            <pc:docMk/>
            <pc:sldMk cId="4123720854" sldId="1430"/>
            <ac:spMk id="3" creationId="{201C541A-4EA9-DFFB-AADF-997A162DB515}"/>
          </ac:spMkLst>
        </pc:spChg>
        <pc:spChg chg="mod">
          <ac:chgData name="xinyue lin" userId="c60810e27de89a70" providerId="LiveId" clId="{A1E2AB5D-394F-48FB-8C7C-72437DCCBF0D}" dt="2026-04-01T09:02:31.608" v="105" actId="20577"/>
          <ac:spMkLst>
            <pc:docMk/>
            <pc:sldMk cId="4123720854" sldId="1430"/>
            <ac:spMk id="5" creationId="{5A259332-7D87-858C-BB5C-8C13AF3515AD}"/>
          </ac:spMkLst>
        </pc:spChg>
      </pc:sldChg>
      <pc:sldChg chg="addSp delSp modSp add mod ord addAnim delAnim modAnim">
        <pc:chgData name="xinyue lin" userId="c60810e27de89a70" providerId="LiveId" clId="{A1E2AB5D-394F-48FB-8C7C-72437DCCBF0D}" dt="2026-04-01T11:10:50.231" v="1485" actId="20578"/>
        <pc:sldMkLst>
          <pc:docMk/>
          <pc:sldMk cId="1962319254" sldId="1431"/>
        </pc:sldMkLst>
        <pc:spChg chg="del mod">
          <ac:chgData name="xinyue lin" userId="c60810e27de89a70" providerId="LiveId" clId="{A1E2AB5D-394F-48FB-8C7C-72437DCCBF0D}" dt="2026-04-01T11:08:00.250" v="1441" actId="478"/>
          <ac:spMkLst>
            <pc:docMk/>
            <pc:sldMk cId="1962319254" sldId="1431"/>
            <ac:spMk id="2" creationId="{13D6B6B1-E96C-BC4F-9861-2EA56CA4E6BB}"/>
          </ac:spMkLst>
        </pc:spChg>
        <pc:spChg chg="mod">
          <ac:chgData name="xinyue lin" userId="c60810e27de89a70" providerId="LiveId" clId="{A1E2AB5D-394F-48FB-8C7C-72437DCCBF0D}" dt="2026-04-01T11:02:22.146" v="1378"/>
          <ac:spMkLst>
            <pc:docMk/>
            <pc:sldMk cId="1962319254" sldId="1431"/>
            <ac:spMk id="3" creationId="{28EEB0BF-D120-321C-A85A-EA61D621E75C}"/>
          </ac:spMkLst>
        </pc:spChg>
        <pc:spChg chg="del">
          <ac:chgData name="xinyue lin" userId="c60810e27de89a70" providerId="LiveId" clId="{A1E2AB5D-394F-48FB-8C7C-72437DCCBF0D}" dt="2026-04-01T11:03:07.139" v="1388" actId="478"/>
          <ac:spMkLst>
            <pc:docMk/>
            <pc:sldMk cId="1962319254" sldId="1431"/>
            <ac:spMk id="4" creationId="{2E5F34C8-25E8-742C-B2A7-A0455FF68A80}"/>
          </ac:spMkLst>
        </pc:spChg>
        <pc:spChg chg="add mod">
          <ac:chgData name="xinyue lin" userId="c60810e27de89a70" providerId="LiveId" clId="{A1E2AB5D-394F-48FB-8C7C-72437DCCBF0D}" dt="2026-04-01T11:08:14.608" v="1450" actId="1035"/>
          <ac:spMkLst>
            <pc:docMk/>
            <pc:sldMk cId="1962319254" sldId="1431"/>
            <ac:spMk id="5" creationId="{BD06EFA8-1750-6F7D-81D3-2851F5DEF590}"/>
          </ac:spMkLst>
        </pc:spChg>
        <pc:spChg chg="mod">
          <ac:chgData name="xinyue lin" userId="c60810e27de89a70" providerId="LiveId" clId="{A1E2AB5D-394F-48FB-8C7C-72437DCCBF0D}" dt="2026-04-01T11:08:27.919" v="1452" actId="20577"/>
          <ac:spMkLst>
            <pc:docMk/>
            <pc:sldMk cId="1962319254" sldId="1431"/>
            <ac:spMk id="6" creationId="{F78C3000-9C95-DC4C-85B5-08B8388A8FDB}"/>
          </ac:spMkLst>
        </pc:spChg>
        <pc:spChg chg="add del">
          <ac:chgData name="xinyue lin" userId="c60810e27de89a70" providerId="LiveId" clId="{A1E2AB5D-394F-48FB-8C7C-72437DCCBF0D}" dt="2026-04-01T11:03:05" v="1387" actId="478"/>
          <ac:spMkLst>
            <pc:docMk/>
            <pc:sldMk cId="1962319254" sldId="1431"/>
            <ac:spMk id="7" creationId="{AAC8314D-E119-BFAD-731A-6AF4051682B0}"/>
          </ac:spMkLst>
        </pc:spChg>
        <pc:spChg chg="add del">
          <ac:chgData name="xinyue lin" userId="c60810e27de89a70" providerId="LiveId" clId="{A1E2AB5D-394F-48FB-8C7C-72437DCCBF0D}" dt="2026-04-01T11:03:05" v="1387" actId="478"/>
          <ac:spMkLst>
            <pc:docMk/>
            <pc:sldMk cId="1962319254" sldId="1431"/>
            <ac:spMk id="8" creationId="{EE6BEA2A-A7C7-8885-8B54-12943961102B}"/>
          </ac:spMkLst>
        </pc:spChg>
        <pc:spChg chg="add mod">
          <ac:chgData name="xinyue lin" userId="c60810e27de89a70" providerId="LiveId" clId="{A1E2AB5D-394F-48FB-8C7C-72437DCCBF0D}" dt="2026-04-01T11:08:14.608" v="1450" actId="1035"/>
          <ac:spMkLst>
            <pc:docMk/>
            <pc:sldMk cId="1962319254" sldId="1431"/>
            <ac:spMk id="9" creationId="{7CFF3F89-AE85-9687-D57F-71A48542A847}"/>
          </ac:spMkLst>
        </pc:spChg>
        <pc:spChg chg="add del">
          <ac:chgData name="xinyue lin" userId="c60810e27de89a70" providerId="LiveId" clId="{A1E2AB5D-394F-48FB-8C7C-72437DCCBF0D}" dt="2026-04-01T11:03:05" v="1387" actId="478"/>
          <ac:spMkLst>
            <pc:docMk/>
            <pc:sldMk cId="1962319254" sldId="1431"/>
            <ac:spMk id="11" creationId="{FEADA840-53FA-2DFF-3510-FA126ADCC53D}"/>
          </ac:spMkLst>
        </pc:spChg>
        <pc:spChg chg="add del">
          <ac:chgData name="xinyue lin" userId="c60810e27de89a70" providerId="LiveId" clId="{A1E2AB5D-394F-48FB-8C7C-72437DCCBF0D}" dt="2026-04-01T11:03:05" v="1387" actId="478"/>
          <ac:spMkLst>
            <pc:docMk/>
            <pc:sldMk cId="1962319254" sldId="1431"/>
            <ac:spMk id="13" creationId="{3CA1BCDF-04D7-B2AD-A43F-5E973B434D62}"/>
          </ac:spMkLst>
        </pc:spChg>
      </pc:sldChg>
      <pc:sldChg chg="modSp add mod ord">
        <pc:chgData name="xinyue lin" userId="c60810e27de89a70" providerId="LiveId" clId="{A1E2AB5D-394F-48FB-8C7C-72437DCCBF0D}" dt="2026-04-01T11:33:51.955" v="1923" actId="1035"/>
        <pc:sldMkLst>
          <pc:docMk/>
          <pc:sldMk cId="4202803285" sldId="1432"/>
        </pc:sldMkLst>
        <pc:spChg chg="mod">
          <ac:chgData name="xinyue lin" userId="c60810e27de89a70" providerId="LiveId" clId="{A1E2AB5D-394F-48FB-8C7C-72437DCCBF0D}" dt="2026-04-01T11:30:31.538" v="1855"/>
          <ac:spMkLst>
            <pc:docMk/>
            <pc:sldMk cId="4202803285" sldId="1432"/>
            <ac:spMk id="3" creationId="{11A20BD5-3F84-D146-1030-B841F034ECD2}"/>
          </ac:spMkLst>
        </pc:spChg>
        <pc:spChg chg="mod">
          <ac:chgData name="xinyue lin" userId="c60810e27de89a70" providerId="LiveId" clId="{A1E2AB5D-394F-48FB-8C7C-72437DCCBF0D}" dt="2026-04-01T11:32:45.912" v="1900" actId="1035"/>
          <ac:spMkLst>
            <pc:docMk/>
            <pc:sldMk cId="4202803285" sldId="1432"/>
            <ac:spMk id="5" creationId="{8D3CE1C4-A13B-9CC1-28AE-4DEBD8640769}"/>
          </ac:spMkLst>
        </pc:spChg>
        <pc:spChg chg="mod">
          <ac:chgData name="xinyue lin" userId="c60810e27de89a70" providerId="LiveId" clId="{A1E2AB5D-394F-48FB-8C7C-72437DCCBF0D}" dt="2026-04-01T11:33:51.955" v="1923" actId="1035"/>
          <ac:spMkLst>
            <pc:docMk/>
            <pc:sldMk cId="4202803285" sldId="1432"/>
            <ac:spMk id="6" creationId="{646A0E16-3558-0015-1186-F19FDF32CDF5}"/>
          </ac:spMkLst>
        </pc:spChg>
        <pc:spChg chg="mod">
          <ac:chgData name="xinyue lin" userId="c60810e27de89a70" providerId="LiveId" clId="{A1E2AB5D-394F-48FB-8C7C-72437DCCBF0D}" dt="2026-04-01T11:32:32.169" v="1896" actId="1076"/>
          <ac:spMkLst>
            <pc:docMk/>
            <pc:sldMk cId="4202803285" sldId="1432"/>
            <ac:spMk id="9" creationId="{28088F82-18D1-7A8D-2C8C-B307B65CDC3C}"/>
          </ac:spMkLst>
        </pc:spChg>
      </pc:sldChg>
      <pc:sldChg chg="addSp delSp modSp add mod delAnim">
        <pc:chgData name="xinyue lin" userId="c60810e27de89a70" providerId="LiveId" clId="{A1E2AB5D-394F-48FB-8C7C-72437DCCBF0D}" dt="2026-04-02T16:04:14.793" v="3720" actId="1036"/>
        <pc:sldMkLst>
          <pc:docMk/>
          <pc:sldMk cId="3082174580" sldId="1433"/>
        </pc:sldMkLst>
        <pc:spChg chg="del">
          <ac:chgData name="xinyue lin" userId="c60810e27de89a70" providerId="LiveId" clId="{A1E2AB5D-394F-48FB-8C7C-72437DCCBF0D}" dt="2026-04-02T16:03:47.453" v="3683" actId="478"/>
          <ac:spMkLst>
            <pc:docMk/>
            <pc:sldMk cId="3082174580" sldId="1433"/>
            <ac:spMk id="2" creationId="{68B9D369-1275-6896-DFAA-6B6845B44E00}"/>
          </ac:spMkLst>
        </pc:spChg>
        <pc:spChg chg="mod">
          <ac:chgData name="xinyue lin" userId="c60810e27de89a70" providerId="LiveId" clId="{A1E2AB5D-394F-48FB-8C7C-72437DCCBF0D}" dt="2026-04-02T16:03:56.909" v="3708" actId="20577"/>
          <ac:spMkLst>
            <pc:docMk/>
            <pc:sldMk cId="3082174580" sldId="1433"/>
            <ac:spMk id="3" creationId="{63CA05BC-9894-6977-DB02-260EBECEEC54}"/>
          </ac:spMkLst>
        </pc:spChg>
        <pc:spChg chg="del">
          <ac:chgData name="xinyue lin" userId="c60810e27de89a70" providerId="LiveId" clId="{A1E2AB5D-394F-48FB-8C7C-72437DCCBF0D}" dt="2026-04-02T16:03:47.453" v="3683" actId="478"/>
          <ac:spMkLst>
            <pc:docMk/>
            <pc:sldMk cId="3082174580" sldId="1433"/>
            <ac:spMk id="4" creationId="{460E87B9-8200-01E2-B88D-B0E0C46AE31E}"/>
          </ac:spMkLst>
        </pc:spChg>
        <pc:spChg chg="del">
          <ac:chgData name="xinyue lin" userId="c60810e27de89a70" providerId="LiveId" clId="{A1E2AB5D-394F-48FB-8C7C-72437DCCBF0D}" dt="2026-04-02T16:03:47.453" v="3683" actId="478"/>
          <ac:spMkLst>
            <pc:docMk/>
            <pc:sldMk cId="3082174580" sldId="1433"/>
            <ac:spMk id="6" creationId="{5CD159BD-A8C0-DFCE-4DA4-D47BCCD41154}"/>
          </ac:spMkLst>
        </pc:spChg>
        <pc:picChg chg="add mod">
          <ac:chgData name="xinyue lin" userId="c60810e27de89a70" providerId="LiveId" clId="{A1E2AB5D-394F-48FB-8C7C-72437DCCBF0D}" dt="2026-04-02T16:04:14.793" v="3720" actId="1036"/>
          <ac:picMkLst>
            <pc:docMk/>
            <pc:sldMk cId="3082174580" sldId="1433"/>
            <ac:picMk id="7" creationId="{FBC27691-E9DF-4019-DC55-ED3A8B6FD457}"/>
          </ac:picMkLst>
        </pc:picChg>
      </pc:sldChg>
      <pc:sldChg chg="add del">
        <pc:chgData name="xinyue lin" userId="c60810e27de89a70" providerId="LiveId" clId="{A1E2AB5D-394F-48FB-8C7C-72437DCCBF0D}" dt="2026-04-02T17:05:19.406" v="3722" actId="47"/>
        <pc:sldMkLst>
          <pc:docMk/>
          <pc:sldMk cId="2900527718" sldId="14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2" Type="http://schemas.openxmlformats.org/officeDocument/2006/relationships/tags" Target="../tags/tag156.xml"/><Relationship Id="rId1" Type="http://schemas.openxmlformats.org/officeDocument/2006/relationships/theme" Target="../theme/theme2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BA430-9691-48CB-A3D3-9D6A17F92071}" type="datetimeFigureOut">
              <a:rPr lang="zh-CN" altLang="en-US" smtClean="0"/>
              <a:t>2026/4/3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A20CA-116A-49D1-AF6E-54FF8F9FE4A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4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4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4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4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4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4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4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4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4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4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4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4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4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14.xml"/><Relationship Id="rId1" Type="http://schemas.openxmlformats.org/officeDocument/2006/relationships/tags" Target="../tags/tag213.xml"/><Relationship Id="rId4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4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21.xml"/><Relationship Id="rId1" Type="http://schemas.openxmlformats.org/officeDocument/2006/relationships/tags" Target="../tags/tag220.xml"/><Relationship Id="rId4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4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590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7C88-843F-89F4-C8DA-591692C19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C97A6F-9F90-D155-CBFD-4BEB97D4B1FE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EA13E2-4081-485E-2A32-D0FAA753EF7B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06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49C34-A68A-C785-04FE-D161E9F9A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5343EB-DF83-C1A7-9D1F-47A34D6F796F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A7DCCF-F11E-E9E0-CE76-DFD9F6D875F6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839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832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A7F2-A4CC-01E3-FBD2-6EEF1F85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FC50F9-F334-DCDC-5564-5B66758C5B03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7885DB-73E0-B397-9999-59E5832D6430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749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BD4FC-A4EA-DF2F-574A-DB4BD39BC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E69003-07A6-BBF0-BB1E-F6C0BC1F562A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D55435-6F17-329A-F5C8-1CB7D1F2869C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864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E32FE-FD29-8375-9E67-4E0BDC7CA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C6F5FF-00A2-86A9-F73B-B2D67B36F1EC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097442-C387-1175-A528-CEBC78D1ABD0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5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CB8C5-9EFA-496D-B34C-6CA141A1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D05E35-5F78-EB87-4580-386F5E846E6D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DA14E1-ABA2-58EE-65A0-9C902F05870E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306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8C82C-AD00-2088-B991-0C05BE84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4571F7-2AB8-2663-22B4-288ECA29257A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C6D514-8C54-9771-3245-066006A9790D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294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6EBD-16D8-8449-0DA3-60C0B1D4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1E6BF1-879D-CB2F-1B91-EAF847D98EE3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749BE9-36E8-D1D1-CC95-143BB89DD4D6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797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FAC25-CF3A-9615-DDFF-7E7CCC3B6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801457-C6DE-659D-4B44-36C2298607BC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65A5E2-97B9-9DE0-FC66-BE6487E9F2DF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051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04BF7-E3F5-5760-FCB3-F66A49BD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0640F6-08E5-126E-81BF-F72623DC3A99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3D28EC-2EBB-D58A-FE8D-2CC21AF04CB6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702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FE000-BC88-74E4-1F9D-EB95204C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523F47-0737-B209-BD83-3AD82141B4A0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457504-2D57-85C3-331E-8BEA3559DE9C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049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C2EF3-CF34-0212-5A51-C8EFD6F1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B25964-8AD4-FD77-0654-6B8CC8D421BA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2D8207-2E8C-AF31-B4E4-A24EAF812F2C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14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E9875-A13A-FA19-EF29-6B631E0B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ADA9AC-FD7B-B490-ECF9-F34C9677301D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59D84A-A343-DD4C-F145-80103ED06B8C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653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A6D1-49E5-B2E7-9A23-9E0F25D81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6A5F06-0296-807C-0563-C81534343646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5B48C9-128D-7481-F3CD-209A008761B5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344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1AD5-F738-1FB0-6424-4A7DB088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91E1AB-8460-EA15-6A8F-CCFA57134536}"/>
              </a:ext>
            </a:extLst>
          </p:cNvPr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BCAFD9-E920-C736-5698-FBDE01243FD8}"/>
              </a:ext>
            </a:extLst>
          </p:cNvPr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150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17" Type="http://schemas.openxmlformats.org/officeDocument/2006/relationships/tags" Target="../tags/tag120.xml"/><Relationship Id="rId21" Type="http://schemas.openxmlformats.org/officeDocument/2006/relationships/tags" Target="../tags/tag24.xml"/><Relationship Id="rId42" Type="http://schemas.openxmlformats.org/officeDocument/2006/relationships/tags" Target="../tags/tag45.xml"/><Relationship Id="rId63" Type="http://schemas.openxmlformats.org/officeDocument/2006/relationships/tags" Target="../tags/tag66.xml"/><Relationship Id="rId84" Type="http://schemas.openxmlformats.org/officeDocument/2006/relationships/tags" Target="../tags/tag87.xml"/><Relationship Id="rId138" Type="http://schemas.openxmlformats.org/officeDocument/2006/relationships/tags" Target="../tags/tag141.xml"/><Relationship Id="rId107" Type="http://schemas.openxmlformats.org/officeDocument/2006/relationships/tags" Target="../tags/tag110.xml"/><Relationship Id="rId11" Type="http://schemas.openxmlformats.org/officeDocument/2006/relationships/tags" Target="../tags/tag14.xml"/><Relationship Id="rId32" Type="http://schemas.openxmlformats.org/officeDocument/2006/relationships/tags" Target="../tags/tag35.xml"/><Relationship Id="rId53" Type="http://schemas.openxmlformats.org/officeDocument/2006/relationships/tags" Target="../tags/tag56.xml"/><Relationship Id="rId74" Type="http://schemas.openxmlformats.org/officeDocument/2006/relationships/tags" Target="../tags/tag77.xml"/><Relationship Id="rId128" Type="http://schemas.openxmlformats.org/officeDocument/2006/relationships/tags" Target="../tags/tag131.xml"/><Relationship Id="rId5" Type="http://schemas.openxmlformats.org/officeDocument/2006/relationships/tags" Target="../tags/tag8.xml"/><Relationship Id="rId90" Type="http://schemas.openxmlformats.org/officeDocument/2006/relationships/tags" Target="../tags/tag93.xml"/><Relationship Id="rId95" Type="http://schemas.openxmlformats.org/officeDocument/2006/relationships/tags" Target="../tags/tag98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43" Type="http://schemas.openxmlformats.org/officeDocument/2006/relationships/tags" Target="../tags/tag46.xml"/><Relationship Id="rId48" Type="http://schemas.openxmlformats.org/officeDocument/2006/relationships/tags" Target="../tags/tag51.xml"/><Relationship Id="rId64" Type="http://schemas.openxmlformats.org/officeDocument/2006/relationships/tags" Target="../tags/tag67.xml"/><Relationship Id="rId69" Type="http://schemas.openxmlformats.org/officeDocument/2006/relationships/tags" Target="../tags/tag72.xml"/><Relationship Id="rId113" Type="http://schemas.openxmlformats.org/officeDocument/2006/relationships/tags" Target="../tags/tag116.xml"/><Relationship Id="rId118" Type="http://schemas.openxmlformats.org/officeDocument/2006/relationships/tags" Target="../tags/tag121.xml"/><Relationship Id="rId134" Type="http://schemas.openxmlformats.org/officeDocument/2006/relationships/tags" Target="../tags/tag137.xml"/><Relationship Id="rId139" Type="http://schemas.openxmlformats.org/officeDocument/2006/relationships/tags" Target="../tags/tag142.xml"/><Relationship Id="rId80" Type="http://schemas.openxmlformats.org/officeDocument/2006/relationships/tags" Target="../tags/tag83.xml"/><Relationship Id="rId85" Type="http://schemas.openxmlformats.org/officeDocument/2006/relationships/tags" Target="../tags/tag88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33" Type="http://schemas.openxmlformats.org/officeDocument/2006/relationships/tags" Target="../tags/tag36.xml"/><Relationship Id="rId38" Type="http://schemas.openxmlformats.org/officeDocument/2006/relationships/tags" Target="../tags/tag41.xml"/><Relationship Id="rId59" Type="http://schemas.openxmlformats.org/officeDocument/2006/relationships/tags" Target="../tags/tag62.xml"/><Relationship Id="rId103" Type="http://schemas.openxmlformats.org/officeDocument/2006/relationships/tags" Target="../tags/tag106.xml"/><Relationship Id="rId108" Type="http://schemas.openxmlformats.org/officeDocument/2006/relationships/tags" Target="../tags/tag111.xml"/><Relationship Id="rId124" Type="http://schemas.openxmlformats.org/officeDocument/2006/relationships/tags" Target="../tags/tag127.xml"/><Relationship Id="rId129" Type="http://schemas.openxmlformats.org/officeDocument/2006/relationships/tags" Target="../tags/tag132.xml"/><Relationship Id="rId54" Type="http://schemas.openxmlformats.org/officeDocument/2006/relationships/tags" Target="../tags/tag57.xml"/><Relationship Id="rId70" Type="http://schemas.openxmlformats.org/officeDocument/2006/relationships/tags" Target="../tags/tag73.xml"/><Relationship Id="rId75" Type="http://schemas.openxmlformats.org/officeDocument/2006/relationships/tags" Target="../tags/tag78.xml"/><Relationship Id="rId91" Type="http://schemas.openxmlformats.org/officeDocument/2006/relationships/tags" Target="../tags/tag94.xml"/><Relationship Id="rId96" Type="http://schemas.openxmlformats.org/officeDocument/2006/relationships/tags" Target="../tags/tag99.xml"/><Relationship Id="rId140" Type="http://schemas.openxmlformats.org/officeDocument/2006/relationships/tags" Target="../tags/tag143.xml"/><Relationship Id="rId145" Type="http://schemas.openxmlformats.org/officeDocument/2006/relationships/tags" Target="../tags/tag148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49" Type="http://schemas.openxmlformats.org/officeDocument/2006/relationships/tags" Target="../tags/tag52.xml"/><Relationship Id="rId114" Type="http://schemas.openxmlformats.org/officeDocument/2006/relationships/tags" Target="../tags/tag117.xml"/><Relationship Id="rId119" Type="http://schemas.openxmlformats.org/officeDocument/2006/relationships/tags" Target="../tags/tag122.xml"/><Relationship Id="rId44" Type="http://schemas.openxmlformats.org/officeDocument/2006/relationships/tags" Target="../tags/tag47.xml"/><Relationship Id="rId60" Type="http://schemas.openxmlformats.org/officeDocument/2006/relationships/tags" Target="../tags/tag63.xml"/><Relationship Id="rId65" Type="http://schemas.openxmlformats.org/officeDocument/2006/relationships/tags" Target="../tags/tag68.xml"/><Relationship Id="rId81" Type="http://schemas.openxmlformats.org/officeDocument/2006/relationships/tags" Target="../tags/tag84.xml"/><Relationship Id="rId86" Type="http://schemas.openxmlformats.org/officeDocument/2006/relationships/tags" Target="../tags/tag89.xml"/><Relationship Id="rId130" Type="http://schemas.openxmlformats.org/officeDocument/2006/relationships/tags" Target="../tags/tag133.xml"/><Relationship Id="rId135" Type="http://schemas.openxmlformats.org/officeDocument/2006/relationships/tags" Target="../tags/tag138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39" Type="http://schemas.openxmlformats.org/officeDocument/2006/relationships/tags" Target="../tags/tag42.xml"/><Relationship Id="rId109" Type="http://schemas.openxmlformats.org/officeDocument/2006/relationships/tags" Target="../tags/tag112.xml"/><Relationship Id="rId34" Type="http://schemas.openxmlformats.org/officeDocument/2006/relationships/tags" Target="../tags/tag37.xml"/><Relationship Id="rId50" Type="http://schemas.openxmlformats.org/officeDocument/2006/relationships/tags" Target="../tags/tag53.xml"/><Relationship Id="rId55" Type="http://schemas.openxmlformats.org/officeDocument/2006/relationships/tags" Target="../tags/tag58.xml"/><Relationship Id="rId76" Type="http://schemas.openxmlformats.org/officeDocument/2006/relationships/tags" Target="../tags/tag79.xml"/><Relationship Id="rId97" Type="http://schemas.openxmlformats.org/officeDocument/2006/relationships/tags" Target="../tags/tag100.xml"/><Relationship Id="rId104" Type="http://schemas.openxmlformats.org/officeDocument/2006/relationships/tags" Target="../tags/tag107.xml"/><Relationship Id="rId120" Type="http://schemas.openxmlformats.org/officeDocument/2006/relationships/tags" Target="../tags/tag123.xml"/><Relationship Id="rId125" Type="http://schemas.openxmlformats.org/officeDocument/2006/relationships/tags" Target="../tags/tag128.xml"/><Relationship Id="rId141" Type="http://schemas.openxmlformats.org/officeDocument/2006/relationships/tags" Target="../tags/tag144.xml"/><Relationship Id="rId146" Type="http://schemas.openxmlformats.org/officeDocument/2006/relationships/tags" Target="../tags/tag149.xml"/><Relationship Id="rId7" Type="http://schemas.openxmlformats.org/officeDocument/2006/relationships/tags" Target="../tags/tag10.xml"/><Relationship Id="rId71" Type="http://schemas.openxmlformats.org/officeDocument/2006/relationships/tags" Target="../tags/tag74.xml"/><Relationship Id="rId92" Type="http://schemas.openxmlformats.org/officeDocument/2006/relationships/tags" Target="../tags/tag95.xml"/><Relationship Id="rId2" Type="http://schemas.openxmlformats.org/officeDocument/2006/relationships/tags" Target="../tags/tag5.xml"/><Relationship Id="rId29" Type="http://schemas.openxmlformats.org/officeDocument/2006/relationships/tags" Target="../tags/tag32.xml"/><Relationship Id="rId24" Type="http://schemas.openxmlformats.org/officeDocument/2006/relationships/tags" Target="../tags/tag27.xml"/><Relationship Id="rId40" Type="http://schemas.openxmlformats.org/officeDocument/2006/relationships/tags" Target="../tags/tag43.xml"/><Relationship Id="rId45" Type="http://schemas.openxmlformats.org/officeDocument/2006/relationships/tags" Target="../tags/tag48.xml"/><Relationship Id="rId66" Type="http://schemas.openxmlformats.org/officeDocument/2006/relationships/tags" Target="../tags/tag69.xml"/><Relationship Id="rId87" Type="http://schemas.openxmlformats.org/officeDocument/2006/relationships/tags" Target="../tags/tag90.xml"/><Relationship Id="rId110" Type="http://schemas.openxmlformats.org/officeDocument/2006/relationships/tags" Target="../tags/tag113.xml"/><Relationship Id="rId115" Type="http://schemas.openxmlformats.org/officeDocument/2006/relationships/tags" Target="../tags/tag118.xml"/><Relationship Id="rId131" Type="http://schemas.openxmlformats.org/officeDocument/2006/relationships/tags" Target="../tags/tag134.xml"/><Relationship Id="rId136" Type="http://schemas.openxmlformats.org/officeDocument/2006/relationships/tags" Target="../tags/tag139.xml"/><Relationship Id="rId61" Type="http://schemas.openxmlformats.org/officeDocument/2006/relationships/tags" Target="../tags/tag64.xml"/><Relationship Id="rId82" Type="http://schemas.openxmlformats.org/officeDocument/2006/relationships/tags" Target="../tags/tag85.xml"/><Relationship Id="rId19" Type="http://schemas.openxmlformats.org/officeDocument/2006/relationships/tags" Target="../tags/tag22.xml"/><Relationship Id="rId14" Type="http://schemas.openxmlformats.org/officeDocument/2006/relationships/tags" Target="../tags/tag17.xml"/><Relationship Id="rId30" Type="http://schemas.openxmlformats.org/officeDocument/2006/relationships/tags" Target="../tags/tag33.xml"/><Relationship Id="rId35" Type="http://schemas.openxmlformats.org/officeDocument/2006/relationships/tags" Target="../tags/tag38.xml"/><Relationship Id="rId56" Type="http://schemas.openxmlformats.org/officeDocument/2006/relationships/tags" Target="../tags/tag59.xml"/><Relationship Id="rId77" Type="http://schemas.openxmlformats.org/officeDocument/2006/relationships/tags" Target="../tags/tag80.xml"/><Relationship Id="rId100" Type="http://schemas.openxmlformats.org/officeDocument/2006/relationships/tags" Target="../tags/tag103.xml"/><Relationship Id="rId105" Type="http://schemas.openxmlformats.org/officeDocument/2006/relationships/tags" Target="../tags/tag108.xml"/><Relationship Id="rId126" Type="http://schemas.openxmlformats.org/officeDocument/2006/relationships/tags" Target="../tags/tag129.xml"/><Relationship Id="rId147" Type="http://schemas.openxmlformats.org/officeDocument/2006/relationships/slideMaster" Target="../slideMasters/slideMaster1.xml"/><Relationship Id="rId8" Type="http://schemas.openxmlformats.org/officeDocument/2006/relationships/tags" Target="../tags/tag11.xml"/><Relationship Id="rId51" Type="http://schemas.openxmlformats.org/officeDocument/2006/relationships/tags" Target="../tags/tag54.xml"/><Relationship Id="rId72" Type="http://schemas.openxmlformats.org/officeDocument/2006/relationships/tags" Target="../tags/tag75.xml"/><Relationship Id="rId93" Type="http://schemas.openxmlformats.org/officeDocument/2006/relationships/tags" Target="../tags/tag96.xml"/><Relationship Id="rId98" Type="http://schemas.openxmlformats.org/officeDocument/2006/relationships/tags" Target="../tags/tag101.xml"/><Relationship Id="rId121" Type="http://schemas.openxmlformats.org/officeDocument/2006/relationships/tags" Target="../tags/tag124.xml"/><Relationship Id="rId142" Type="http://schemas.openxmlformats.org/officeDocument/2006/relationships/tags" Target="../tags/tag145.xml"/><Relationship Id="rId3" Type="http://schemas.openxmlformats.org/officeDocument/2006/relationships/tags" Target="../tags/tag6.xml"/><Relationship Id="rId25" Type="http://schemas.openxmlformats.org/officeDocument/2006/relationships/tags" Target="../tags/tag28.xml"/><Relationship Id="rId46" Type="http://schemas.openxmlformats.org/officeDocument/2006/relationships/tags" Target="../tags/tag49.xml"/><Relationship Id="rId67" Type="http://schemas.openxmlformats.org/officeDocument/2006/relationships/tags" Target="../tags/tag70.xml"/><Relationship Id="rId116" Type="http://schemas.openxmlformats.org/officeDocument/2006/relationships/tags" Target="../tags/tag119.xml"/><Relationship Id="rId137" Type="http://schemas.openxmlformats.org/officeDocument/2006/relationships/tags" Target="../tags/tag140.xml"/><Relationship Id="rId20" Type="http://schemas.openxmlformats.org/officeDocument/2006/relationships/tags" Target="../tags/tag23.xml"/><Relationship Id="rId41" Type="http://schemas.openxmlformats.org/officeDocument/2006/relationships/tags" Target="../tags/tag44.xml"/><Relationship Id="rId62" Type="http://schemas.openxmlformats.org/officeDocument/2006/relationships/tags" Target="../tags/tag65.xml"/><Relationship Id="rId83" Type="http://schemas.openxmlformats.org/officeDocument/2006/relationships/tags" Target="../tags/tag86.xml"/><Relationship Id="rId88" Type="http://schemas.openxmlformats.org/officeDocument/2006/relationships/tags" Target="../tags/tag91.xml"/><Relationship Id="rId111" Type="http://schemas.openxmlformats.org/officeDocument/2006/relationships/tags" Target="../tags/tag114.xml"/><Relationship Id="rId132" Type="http://schemas.openxmlformats.org/officeDocument/2006/relationships/tags" Target="../tags/tag135.xml"/><Relationship Id="rId15" Type="http://schemas.openxmlformats.org/officeDocument/2006/relationships/tags" Target="../tags/tag18.xml"/><Relationship Id="rId36" Type="http://schemas.openxmlformats.org/officeDocument/2006/relationships/tags" Target="../tags/tag39.xml"/><Relationship Id="rId57" Type="http://schemas.openxmlformats.org/officeDocument/2006/relationships/tags" Target="../tags/tag60.xml"/><Relationship Id="rId106" Type="http://schemas.openxmlformats.org/officeDocument/2006/relationships/tags" Target="../tags/tag109.xml"/><Relationship Id="rId127" Type="http://schemas.openxmlformats.org/officeDocument/2006/relationships/tags" Target="../tags/tag130.xml"/><Relationship Id="rId10" Type="http://schemas.openxmlformats.org/officeDocument/2006/relationships/tags" Target="../tags/tag13.xml"/><Relationship Id="rId31" Type="http://schemas.openxmlformats.org/officeDocument/2006/relationships/tags" Target="../tags/tag34.xml"/><Relationship Id="rId52" Type="http://schemas.openxmlformats.org/officeDocument/2006/relationships/tags" Target="../tags/tag55.xml"/><Relationship Id="rId73" Type="http://schemas.openxmlformats.org/officeDocument/2006/relationships/tags" Target="../tags/tag76.xml"/><Relationship Id="rId78" Type="http://schemas.openxmlformats.org/officeDocument/2006/relationships/tags" Target="../tags/tag81.xml"/><Relationship Id="rId94" Type="http://schemas.openxmlformats.org/officeDocument/2006/relationships/tags" Target="../tags/tag97.xml"/><Relationship Id="rId99" Type="http://schemas.openxmlformats.org/officeDocument/2006/relationships/tags" Target="../tags/tag102.xml"/><Relationship Id="rId101" Type="http://schemas.openxmlformats.org/officeDocument/2006/relationships/tags" Target="../tags/tag104.xml"/><Relationship Id="rId122" Type="http://schemas.openxmlformats.org/officeDocument/2006/relationships/tags" Target="../tags/tag125.xml"/><Relationship Id="rId143" Type="http://schemas.openxmlformats.org/officeDocument/2006/relationships/tags" Target="../tags/tag146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26" Type="http://schemas.openxmlformats.org/officeDocument/2006/relationships/tags" Target="../tags/tag29.xml"/><Relationship Id="rId47" Type="http://schemas.openxmlformats.org/officeDocument/2006/relationships/tags" Target="../tags/tag50.xml"/><Relationship Id="rId68" Type="http://schemas.openxmlformats.org/officeDocument/2006/relationships/tags" Target="../tags/tag71.xml"/><Relationship Id="rId89" Type="http://schemas.openxmlformats.org/officeDocument/2006/relationships/tags" Target="../tags/tag92.xml"/><Relationship Id="rId112" Type="http://schemas.openxmlformats.org/officeDocument/2006/relationships/tags" Target="../tags/tag115.xml"/><Relationship Id="rId133" Type="http://schemas.openxmlformats.org/officeDocument/2006/relationships/tags" Target="../tags/tag136.xml"/><Relationship Id="rId16" Type="http://schemas.openxmlformats.org/officeDocument/2006/relationships/tags" Target="../tags/tag19.xml"/><Relationship Id="rId37" Type="http://schemas.openxmlformats.org/officeDocument/2006/relationships/tags" Target="../tags/tag40.xml"/><Relationship Id="rId58" Type="http://schemas.openxmlformats.org/officeDocument/2006/relationships/tags" Target="../tags/tag61.xml"/><Relationship Id="rId79" Type="http://schemas.openxmlformats.org/officeDocument/2006/relationships/tags" Target="../tags/tag82.xml"/><Relationship Id="rId102" Type="http://schemas.openxmlformats.org/officeDocument/2006/relationships/tags" Target="../tags/tag105.xml"/><Relationship Id="rId123" Type="http://schemas.openxmlformats.org/officeDocument/2006/relationships/tags" Target="../tags/tag126.xml"/><Relationship Id="rId144" Type="http://schemas.openxmlformats.org/officeDocument/2006/relationships/tags" Target="../tags/tag14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7" Type="http://schemas.openxmlformats.org/officeDocument/2006/relationships/image" Target="../media/image3.svg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3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板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5"/>
          <p:cNvSpPr/>
          <p:nvPr userDrawn="1">
            <p:custDataLst>
              <p:tags r:id="rId1"/>
            </p:custDataLst>
          </p:nvPr>
        </p:nvSpPr>
        <p:spPr>
          <a:xfrm>
            <a:off x="247651" y="247650"/>
            <a:ext cx="11695705" cy="63627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 userDrawn="1">
            <p:custDataLst>
              <p:tags r:id="rId2"/>
            </p:custDataLst>
          </p:nvPr>
        </p:nvGrpSpPr>
        <p:grpSpPr>
          <a:xfrm>
            <a:off x="7384942" y="1669236"/>
            <a:ext cx="3961436" cy="3519528"/>
            <a:chOff x="5406295" y="2097405"/>
            <a:chExt cx="3130200" cy="2781018"/>
          </a:xfrm>
        </p:grpSpPr>
        <p:sp>
          <p:nvSpPr>
            <p:cNvPr id="6" name="任意多边形: 形状 5"/>
            <p:cNvSpPr/>
            <p:nvPr>
              <p:custDataLst>
                <p:tags r:id="rId3"/>
              </p:custDataLst>
            </p:nvPr>
          </p:nvSpPr>
          <p:spPr>
            <a:xfrm>
              <a:off x="5437346" y="3666077"/>
              <a:ext cx="561975" cy="561975"/>
            </a:xfrm>
            <a:custGeom>
              <a:avLst/>
              <a:gdLst>
                <a:gd name="connsiteX0" fmla="*/ 508159 w 561975"/>
                <a:gd name="connsiteY0" fmla="*/ 558165 h 561975"/>
                <a:gd name="connsiteX1" fmla="*/ 60865 w 561975"/>
                <a:gd name="connsiteY1" fmla="*/ 558165 h 561975"/>
                <a:gd name="connsiteX2" fmla="*/ 7144 w 561975"/>
                <a:gd name="connsiteY2" fmla="*/ 504444 h 561975"/>
                <a:gd name="connsiteX3" fmla="*/ 7144 w 561975"/>
                <a:gd name="connsiteY3" fmla="*/ 60865 h 561975"/>
                <a:gd name="connsiteX4" fmla="*/ 60865 w 561975"/>
                <a:gd name="connsiteY4" fmla="*/ 7144 h 561975"/>
                <a:gd name="connsiteX5" fmla="*/ 508159 w 561975"/>
                <a:gd name="connsiteY5" fmla="*/ 7144 h 561975"/>
                <a:gd name="connsiteX6" fmla="*/ 561880 w 561975"/>
                <a:gd name="connsiteY6" fmla="*/ 60865 h 561975"/>
                <a:gd name="connsiteX7" fmla="*/ 561880 w 561975"/>
                <a:gd name="connsiteY7" fmla="*/ 504444 h 561975"/>
                <a:gd name="connsiteX8" fmla="*/ 508159 w 561975"/>
                <a:gd name="connsiteY8" fmla="*/ 558165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561975">
                  <a:moveTo>
                    <a:pt x="508159" y="558165"/>
                  </a:moveTo>
                  <a:lnTo>
                    <a:pt x="60865" y="558165"/>
                  </a:lnTo>
                  <a:cubicBezTo>
                    <a:pt x="31242" y="558165"/>
                    <a:pt x="7144" y="534067"/>
                    <a:pt x="7144" y="504444"/>
                  </a:cubicBezTo>
                  <a:lnTo>
                    <a:pt x="7144" y="60865"/>
                  </a:lnTo>
                  <a:cubicBezTo>
                    <a:pt x="7144" y="31242"/>
                    <a:pt x="31242" y="7144"/>
                    <a:pt x="60865" y="7144"/>
                  </a:cubicBezTo>
                  <a:lnTo>
                    <a:pt x="508159" y="7144"/>
                  </a:lnTo>
                  <a:cubicBezTo>
                    <a:pt x="537781" y="7144"/>
                    <a:pt x="561880" y="31242"/>
                    <a:pt x="561880" y="60865"/>
                  </a:cubicBezTo>
                  <a:lnTo>
                    <a:pt x="561880" y="504444"/>
                  </a:lnTo>
                  <a:cubicBezTo>
                    <a:pt x="561880" y="534067"/>
                    <a:pt x="537877" y="558165"/>
                    <a:pt x="508159" y="558165"/>
                  </a:cubicBezTo>
                  <a:close/>
                </a:path>
              </a:pathLst>
            </a:custGeom>
            <a:solidFill>
              <a:srgbClr val="6EA2E6">
                <a:alpha val="18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任意多边形: 形状 6"/>
            <p:cNvSpPr/>
            <p:nvPr>
              <p:custDataLst>
                <p:tags r:id="rId4"/>
              </p:custDataLst>
            </p:nvPr>
          </p:nvSpPr>
          <p:spPr>
            <a:xfrm>
              <a:off x="7945279" y="2627186"/>
              <a:ext cx="561975" cy="561975"/>
            </a:xfrm>
            <a:custGeom>
              <a:avLst/>
              <a:gdLst>
                <a:gd name="connsiteX0" fmla="*/ 508159 w 561975"/>
                <a:gd name="connsiteY0" fmla="*/ 558165 h 561975"/>
                <a:gd name="connsiteX1" fmla="*/ 60864 w 561975"/>
                <a:gd name="connsiteY1" fmla="*/ 558165 h 561975"/>
                <a:gd name="connsiteX2" fmla="*/ 7144 w 561975"/>
                <a:gd name="connsiteY2" fmla="*/ 504444 h 561975"/>
                <a:gd name="connsiteX3" fmla="*/ 7144 w 561975"/>
                <a:gd name="connsiteY3" fmla="*/ 60865 h 561975"/>
                <a:gd name="connsiteX4" fmla="*/ 60864 w 561975"/>
                <a:gd name="connsiteY4" fmla="*/ 7144 h 561975"/>
                <a:gd name="connsiteX5" fmla="*/ 508159 w 561975"/>
                <a:gd name="connsiteY5" fmla="*/ 7144 h 561975"/>
                <a:gd name="connsiteX6" fmla="*/ 561880 w 561975"/>
                <a:gd name="connsiteY6" fmla="*/ 60865 h 561975"/>
                <a:gd name="connsiteX7" fmla="*/ 561880 w 561975"/>
                <a:gd name="connsiteY7" fmla="*/ 504444 h 561975"/>
                <a:gd name="connsiteX8" fmla="*/ 508159 w 561975"/>
                <a:gd name="connsiteY8" fmla="*/ 558165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561975">
                  <a:moveTo>
                    <a:pt x="508159" y="558165"/>
                  </a:moveTo>
                  <a:lnTo>
                    <a:pt x="60864" y="558165"/>
                  </a:lnTo>
                  <a:cubicBezTo>
                    <a:pt x="31242" y="558165"/>
                    <a:pt x="7144" y="534067"/>
                    <a:pt x="7144" y="504444"/>
                  </a:cubicBezTo>
                  <a:lnTo>
                    <a:pt x="7144" y="60865"/>
                  </a:lnTo>
                  <a:cubicBezTo>
                    <a:pt x="7144" y="31242"/>
                    <a:pt x="31242" y="7144"/>
                    <a:pt x="60864" y="7144"/>
                  </a:cubicBezTo>
                  <a:lnTo>
                    <a:pt x="508159" y="7144"/>
                  </a:lnTo>
                  <a:cubicBezTo>
                    <a:pt x="537781" y="7144"/>
                    <a:pt x="561880" y="31242"/>
                    <a:pt x="561880" y="60865"/>
                  </a:cubicBezTo>
                  <a:lnTo>
                    <a:pt x="561880" y="504444"/>
                  </a:lnTo>
                  <a:cubicBezTo>
                    <a:pt x="561880" y="534067"/>
                    <a:pt x="537877" y="558165"/>
                    <a:pt x="508159" y="558165"/>
                  </a:cubicBezTo>
                  <a:close/>
                </a:path>
              </a:pathLst>
            </a:custGeom>
            <a:solidFill>
              <a:srgbClr val="6EA2E6">
                <a:alpha val="18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任意多边形: 形状 7"/>
            <p:cNvSpPr/>
            <p:nvPr>
              <p:custDataLst>
                <p:tags r:id="rId5"/>
              </p:custDataLst>
            </p:nvPr>
          </p:nvSpPr>
          <p:spPr>
            <a:xfrm>
              <a:off x="7415403" y="4056221"/>
              <a:ext cx="561975" cy="561975"/>
            </a:xfrm>
            <a:custGeom>
              <a:avLst/>
              <a:gdLst>
                <a:gd name="connsiteX0" fmla="*/ 508159 w 561975"/>
                <a:gd name="connsiteY0" fmla="*/ 558165 h 561975"/>
                <a:gd name="connsiteX1" fmla="*/ 60864 w 561975"/>
                <a:gd name="connsiteY1" fmla="*/ 558165 h 561975"/>
                <a:gd name="connsiteX2" fmla="*/ 7144 w 561975"/>
                <a:gd name="connsiteY2" fmla="*/ 504444 h 561975"/>
                <a:gd name="connsiteX3" fmla="*/ 7144 w 561975"/>
                <a:gd name="connsiteY3" fmla="*/ 60865 h 561975"/>
                <a:gd name="connsiteX4" fmla="*/ 60864 w 561975"/>
                <a:gd name="connsiteY4" fmla="*/ 7144 h 561975"/>
                <a:gd name="connsiteX5" fmla="*/ 508159 w 561975"/>
                <a:gd name="connsiteY5" fmla="*/ 7144 h 561975"/>
                <a:gd name="connsiteX6" fmla="*/ 561880 w 561975"/>
                <a:gd name="connsiteY6" fmla="*/ 60865 h 561975"/>
                <a:gd name="connsiteX7" fmla="*/ 561880 w 561975"/>
                <a:gd name="connsiteY7" fmla="*/ 504444 h 561975"/>
                <a:gd name="connsiteX8" fmla="*/ 508159 w 561975"/>
                <a:gd name="connsiteY8" fmla="*/ 558165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561975">
                  <a:moveTo>
                    <a:pt x="508159" y="558165"/>
                  </a:moveTo>
                  <a:lnTo>
                    <a:pt x="60864" y="558165"/>
                  </a:lnTo>
                  <a:cubicBezTo>
                    <a:pt x="31242" y="558165"/>
                    <a:pt x="7144" y="534067"/>
                    <a:pt x="7144" y="504444"/>
                  </a:cubicBezTo>
                  <a:lnTo>
                    <a:pt x="7144" y="60865"/>
                  </a:lnTo>
                  <a:cubicBezTo>
                    <a:pt x="7144" y="31242"/>
                    <a:pt x="31242" y="7144"/>
                    <a:pt x="60864" y="7144"/>
                  </a:cubicBezTo>
                  <a:lnTo>
                    <a:pt x="508159" y="7144"/>
                  </a:lnTo>
                  <a:cubicBezTo>
                    <a:pt x="537781" y="7144"/>
                    <a:pt x="561880" y="31242"/>
                    <a:pt x="561880" y="60865"/>
                  </a:cubicBezTo>
                  <a:lnTo>
                    <a:pt x="561880" y="504444"/>
                  </a:lnTo>
                  <a:cubicBezTo>
                    <a:pt x="561880" y="534067"/>
                    <a:pt x="537781" y="558165"/>
                    <a:pt x="508159" y="558165"/>
                  </a:cubicBezTo>
                  <a:close/>
                </a:path>
              </a:pathLst>
            </a:custGeom>
            <a:solidFill>
              <a:srgbClr val="6EA2E6">
                <a:alpha val="18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任意多边形: 形状 8"/>
            <p:cNvSpPr/>
            <p:nvPr>
              <p:custDataLst>
                <p:tags r:id="rId6"/>
              </p:custDataLst>
            </p:nvPr>
          </p:nvSpPr>
          <p:spPr>
            <a:xfrm>
              <a:off x="5964841" y="2473642"/>
              <a:ext cx="561975" cy="561975"/>
            </a:xfrm>
            <a:custGeom>
              <a:avLst/>
              <a:gdLst>
                <a:gd name="connsiteX0" fmla="*/ 508159 w 561975"/>
                <a:gd name="connsiteY0" fmla="*/ 558165 h 561975"/>
                <a:gd name="connsiteX1" fmla="*/ 60865 w 561975"/>
                <a:gd name="connsiteY1" fmla="*/ 558165 h 561975"/>
                <a:gd name="connsiteX2" fmla="*/ 7144 w 561975"/>
                <a:gd name="connsiteY2" fmla="*/ 504444 h 561975"/>
                <a:gd name="connsiteX3" fmla="*/ 7144 w 561975"/>
                <a:gd name="connsiteY3" fmla="*/ 60865 h 561975"/>
                <a:gd name="connsiteX4" fmla="*/ 60865 w 561975"/>
                <a:gd name="connsiteY4" fmla="*/ 7144 h 561975"/>
                <a:gd name="connsiteX5" fmla="*/ 508159 w 561975"/>
                <a:gd name="connsiteY5" fmla="*/ 7144 h 561975"/>
                <a:gd name="connsiteX6" fmla="*/ 561880 w 561975"/>
                <a:gd name="connsiteY6" fmla="*/ 60865 h 561975"/>
                <a:gd name="connsiteX7" fmla="*/ 561880 w 561975"/>
                <a:gd name="connsiteY7" fmla="*/ 504444 h 561975"/>
                <a:gd name="connsiteX8" fmla="*/ 508159 w 561975"/>
                <a:gd name="connsiteY8" fmla="*/ 558165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561975">
                  <a:moveTo>
                    <a:pt x="508159" y="558165"/>
                  </a:moveTo>
                  <a:lnTo>
                    <a:pt x="60865" y="558165"/>
                  </a:lnTo>
                  <a:cubicBezTo>
                    <a:pt x="31242" y="558165"/>
                    <a:pt x="7144" y="534067"/>
                    <a:pt x="7144" y="504444"/>
                  </a:cubicBezTo>
                  <a:lnTo>
                    <a:pt x="7144" y="60865"/>
                  </a:lnTo>
                  <a:cubicBezTo>
                    <a:pt x="7144" y="31242"/>
                    <a:pt x="31242" y="7144"/>
                    <a:pt x="60865" y="7144"/>
                  </a:cubicBezTo>
                  <a:lnTo>
                    <a:pt x="508159" y="7144"/>
                  </a:lnTo>
                  <a:cubicBezTo>
                    <a:pt x="537781" y="7144"/>
                    <a:pt x="561880" y="31242"/>
                    <a:pt x="561880" y="60865"/>
                  </a:cubicBezTo>
                  <a:lnTo>
                    <a:pt x="561880" y="504444"/>
                  </a:lnTo>
                  <a:cubicBezTo>
                    <a:pt x="561880" y="534067"/>
                    <a:pt x="537781" y="558165"/>
                    <a:pt x="508159" y="558165"/>
                  </a:cubicBezTo>
                  <a:close/>
                </a:path>
              </a:pathLst>
            </a:custGeom>
            <a:solidFill>
              <a:srgbClr val="6EA2E6">
                <a:alpha val="18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任意多边形: 形状 9"/>
            <p:cNvSpPr/>
            <p:nvPr>
              <p:custDataLst>
                <p:tags r:id="rId7"/>
              </p:custDataLst>
            </p:nvPr>
          </p:nvSpPr>
          <p:spPr>
            <a:xfrm>
              <a:off x="5826633" y="2800255"/>
              <a:ext cx="2324100" cy="1552575"/>
            </a:xfrm>
            <a:custGeom>
              <a:avLst/>
              <a:gdLst>
                <a:gd name="connsiteX0" fmla="*/ 2263902 w 2324100"/>
                <a:gd name="connsiteY0" fmla="*/ 1546193 h 1552575"/>
                <a:gd name="connsiteX1" fmla="*/ 60865 w 2324100"/>
                <a:gd name="connsiteY1" fmla="*/ 1546193 h 1552575"/>
                <a:gd name="connsiteX2" fmla="*/ 7144 w 2324100"/>
                <a:gd name="connsiteY2" fmla="*/ 1492472 h 1552575"/>
                <a:gd name="connsiteX3" fmla="*/ 7144 w 2324100"/>
                <a:gd name="connsiteY3" fmla="*/ 60865 h 1552575"/>
                <a:gd name="connsiteX4" fmla="*/ 60865 w 2324100"/>
                <a:gd name="connsiteY4" fmla="*/ 7144 h 1552575"/>
                <a:gd name="connsiteX5" fmla="*/ 2263902 w 2324100"/>
                <a:gd name="connsiteY5" fmla="*/ 7144 h 1552575"/>
                <a:gd name="connsiteX6" fmla="*/ 2317623 w 2324100"/>
                <a:gd name="connsiteY6" fmla="*/ 60865 h 1552575"/>
                <a:gd name="connsiteX7" fmla="*/ 2317623 w 2324100"/>
                <a:gd name="connsiteY7" fmla="*/ 1492472 h 1552575"/>
                <a:gd name="connsiteX8" fmla="*/ 2263902 w 2324100"/>
                <a:gd name="connsiteY8" fmla="*/ 1546193 h 155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24100" h="1552575">
                  <a:moveTo>
                    <a:pt x="2263902" y="1546193"/>
                  </a:moveTo>
                  <a:lnTo>
                    <a:pt x="60865" y="1546193"/>
                  </a:lnTo>
                  <a:cubicBezTo>
                    <a:pt x="31242" y="1546193"/>
                    <a:pt x="7144" y="1522095"/>
                    <a:pt x="7144" y="1492472"/>
                  </a:cubicBezTo>
                  <a:lnTo>
                    <a:pt x="7144" y="60865"/>
                  </a:lnTo>
                  <a:cubicBezTo>
                    <a:pt x="7144" y="31242"/>
                    <a:pt x="31242" y="7144"/>
                    <a:pt x="60865" y="7144"/>
                  </a:cubicBezTo>
                  <a:lnTo>
                    <a:pt x="2263902" y="7144"/>
                  </a:lnTo>
                  <a:cubicBezTo>
                    <a:pt x="2293525" y="7144"/>
                    <a:pt x="2317623" y="31242"/>
                    <a:pt x="2317623" y="60865"/>
                  </a:cubicBezTo>
                  <a:lnTo>
                    <a:pt x="2317623" y="1492472"/>
                  </a:lnTo>
                  <a:cubicBezTo>
                    <a:pt x="2317623" y="1522190"/>
                    <a:pt x="2293525" y="1546193"/>
                    <a:pt x="2263902" y="1546193"/>
                  </a:cubicBezTo>
                  <a:close/>
                </a:path>
              </a:pathLst>
            </a:custGeom>
            <a:solidFill>
              <a:srgbClr val="3D51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任意多边形: 形状 10"/>
            <p:cNvSpPr/>
            <p:nvPr>
              <p:custDataLst>
                <p:tags r:id="rId8"/>
              </p:custDataLst>
            </p:nvPr>
          </p:nvSpPr>
          <p:spPr>
            <a:xfrm>
              <a:off x="8018812" y="2872073"/>
              <a:ext cx="47625" cy="47625"/>
            </a:xfrm>
            <a:custGeom>
              <a:avLst/>
              <a:gdLst>
                <a:gd name="connsiteX0" fmla="*/ 48863 w 47625"/>
                <a:gd name="connsiteY0" fmla="*/ 28004 h 47625"/>
                <a:gd name="connsiteX1" fmla="*/ 28003 w 47625"/>
                <a:gd name="connsiteY1" fmla="*/ 48863 h 47625"/>
                <a:gd name="connsiteX2" fmla="*/ 7144 w 47625"/>
                <a:gd name="connsiteY2" fmla="*/ 28004 h 47625"/>
                <a:gd name="connsiteX3" fmla="*/ 28003 w 47625"/>
                <a:gd name="connsiteY3" fmla="*/ 7144 h 47625"/>
                <a:gd name="connsiteX4" fmla="*/ 48863 w 47625"/>
                <a:gd name="connsiteY4" fmla="*/ 2800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8863" y="28004"/>
                  </a:moveTo>
                  <a:cubicBezTo>
                    <a:pt x="48863" y="39524"/>
                    <a:pt x="39524" y="48863"/>
                    <a:pt x="28003" y="48863"/>
                  </a:cubicBezTo>
                  <a:cubicBezTo>
                    <a:pt x="16483" y="48863"/>
                    <a:pt x="7144" y="39524"/>
                    <a:pt x="7144" y="28004"/>
                  </a:cubicBezTo>
                  <a:cubicBezTo>
                    <a:pt x="7144" y="16483"/>
                    <a:pt x="16483" y="7144"/>
                    <a:pt x="28003" y="7144"/>
                  </a:cubicBezTo>
                  <a:cubicBezTo>
                    <a:pt x="39524" y="7144"/>
                    <a:pt x="48863" y="16483"/>
                    <a:pt x="48863" y="28004"/>
                  </a:cubicBezTo>
                  <a:close/>
                </a:path>
              </a:pathLst>
            </a:custGeom>
            <a:solidFill>
              <a:srgbClr val="FC8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任意多边形: 形状 11"/>
            <p:cNvSpPr/>
            <p:nvPr>
              <p:custDataLst>
                <p:tags r:id="rId9"/>
              </p:custDataLst>
            </p:nvPr>
          </p:nvSpPr>
          <p:spPr>
            <a:xfrm>
              <a:off x="7928515" y="2872073"/>
              <a:ext cx="47625" cy="47625"/>
            </a:xfrm>
            <a:custGeom>
              <a:avLst/>
              <a:gdLst>
                <a:gd name="connsiteX0" fmla="*/ 48863 w 47625"/>
                <a:gd name="connsiteY0" fmla="*/ 28004 h 47625"/>
                <a:gd name="connsiteX1" fmla="*/ 28004 w 47625"/>
                <a:gd name="connsiteY1" fmla="*/ 48863 h 47625"/>
                <a:gd name="connsiteX2" fmla="*/ 7144 w 47625"/>
                <a:gd name="connsiteY2" fmla="*/ 28004 h 47625"/>
                <a:gd name="connsiteX3" fmla="*/ 28004 w 47625"/>
                <a:gd name="connsiteY3" fmla="*/ 7144 h 47625"/>
                <a:gd name="connsiteX4" fmla="*/ 48863 w 47625"/>
                <a:gd name="connsiteY4" fmla="*/ 2800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8863" y="28004"/>
                  </a:moveTo>
                  <a:cubicBezTo>
                    <a:pt x="48863" y="39529"/>
                    <a:pt x="39528" y="48863"/>
                    <a:pt x="28004" y="48863"/>
                  </a:cubicBezTo>
                  <a:cubicBezTo>
                    <a:pt x="16478" y="48863"/>
                    <a:pt x="7144" y="39529"/>
                    <a:pt x="7144" y="28004"/>
                  </a:cubicBezTo>
                  <a:cubicBezTo>
                    <a:pt x="7144" y="16478"/>
                    <a:pt x="16478" y="7144"/>
                    <a:pt x="28004" y="7144"/>
                  </a:cubicBezTo>
                  <a:cubicBezTo>
                    <a:pt x="39528" y="7144"/>
                    <a:pt x="48863" y="16478"/>
                    <a:pt x="48863" y="28004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任意多边形: 形状 12"/>
            <p:cNvSpPr/>
            <p:nvPr>
              <p:custDataLst>
                <p:tags r:id="rId10"/>
              </p:custDataLst>
            </p:nvPr>
          </p:nvSpPr>
          <p:spPr>
            <a:xfrm>
              <a:off x="7838313" y="2872073"/>
              <a:ext cx="47625" cy="47625"/>
            </a:xfrm>
            <a:custGeom>
              <a:avLst/>
              <a:gdLst>
                <a:gd name="connsiteX0" fmla="*/ 48863 w 47625"/>
                <a:gd name="connsiteY0" fmla="*/ 28004 h 47625"/>
                <a:gd name="connsiteX1" fmla="*/ 28004 w 47625"/>
                <a:gd name="connsiteY1" fmla="*/ 48863 h 47625"/>
                <a:gd name="connsiteX2" fmla="*/ 7144 w 47625"/>
                <a:gd name="connsiteY2" fmla="*/ 28004 h 47625"/>
                <a:gd name="connsiteX3" fmla="*/ 28004 w 47625"/>
                <a:gd name="connsiteY3" fmla="*/ 7144 h 47625"/>
                <a:gd name="connsiteX4" fmla="*/ 48863 w 47625"/>
                <a:gd name="connsiteY4" fmla="*/ 2800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8863" y="28004"/>
                  </a:moveTo>
                  <a:cubicBezTo>
                    <a:pt x="48863" y="39529"/>
                    <a:pt x="39529" y="48863"/>
                    <a:pt x="28004" y="48863"/>
                  </a:cubicBezTo>
                  <a:cubicBezTo>
                    <a:pt x="16479" y="48863"/>
                    <a:pt x="7144" y="39529"/>
                    <a:pt x="7144" y="28004"/>
                  </a:cubicBezTo>
                  <a:cubicBezTo>
                    <a:pt x="7144" y="16478"/>
                    <a:pt x="16479" y="7144"/>
                    <a:pt x="28004" y="7144"/>
                  </a:cubicBezTo>
                  <a:cubicBezTo>
                    <a:pt x="39529" y="7144"/>
                    <a:pt x="48863" y="16478"/>
                    <a:pt x="48863" y="28004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>
              <p:custDataLst>
                <p:tags r:id="rId11"/>
              </p:custDataLst>
            </p:nvPr>
          </p:nvSpPr>
          <p:spPr>
            <a:xfrm>
              <a:off x="5921026" y="3007233"/>
              <a:ext cx="561975" cy="561975"/>
            </a:xfrm>
            <a:custGeom>
              <a:avLst/>
              <a:gdLst>
                <a:gd name="connsiteX0" fmla="*/ 508159 w 561975"/>
                <a:gd name="connsiteY0" fmla="*/ 558165 h 561975"/>
                <a:gd name="connsiteX1" fmla="*/ 60865 w 561975"/>
                <a:gd name="connsiteY1" fmla="*/ 558165 h 561975"/>
                <a:gd name="connsiteX2" fmla="*/ 7144 w 561975"/>
                <a:gd name="connsiteY2" fmla="*/ 504444 h 561975"/>
                <a:gd name="connsiteX3" fmla="*/ 7144 w 561975"/>
                <a:gd name="connsiteY3" fmla="*/ 60865 h 561975"/>
                <a:gd name="connsiteX4" fmla="*/ 60865 w 561975"/>
                <a:gd name="connsiteY4" fmla="*/ 7144 h 561975"/>
                <a:gd name="connsiteX5" fmla="*/ 508159 w 561975"/>
                <a:gd name="connsiteY5" fmla="*/ 7144 h 561975"/>
                <a:gd name="connsiteX6" fmla="*/ 561880 w 561975"/>
                <a:gd name="connsiteY6" fmla="*/ 60865 h 561975"/>
                <a:gd name="connsiteX7" fmla="*/ 561880 w 561975"/>
                <a:gd name="connsiteY7" fmla="*/ 504444 h 561975"/>
                <a:gd name="connsiteX8" fmla="*/ 508159 w 561975"/>
                <a:gd name="connsiteY8" fmla="*/ 558165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561975">
                  <a:moveTo>
                    <a:pt x="508159" y="558165"/>
                  </a:moveTo>
                  <a:lnTo>
                    <a:pt x="60865" y="558165"/>
                  </a:lnTo>
                  <a:cubicBezTo>
                    <a:pt x="31242" y="558165"/>
                    <a:pt x="7144" y="534067"/>
                    <a:pt x="7144" y="504444"/>
                  </a:cubicBezTo>
                  <a:lnTo>
                    <a:pt x="7144" y="60865"/>
                  </a:lnTo>
                  <a:cubicBezTo>
                    <a:pt x="7144" y="31242"/>
                    <a:pt x="31242" y="7144"/>
                    <a:pt x="60865" y="7144"/>
                  </a:cubicBezTo>
                  <a:lnTo>
                    <a:pt x="508159" y="7144"/>
                  </a:lnTo>
                  <a:cubicBezTo>
                    <a:pt x="537781" y="7144"/>
                    <a:pt x="561880" y="31242"/>
                    <a:pt x="561880" y="60865"/>
                  </a:cubicBezTo>
                  <a:lnTo>
                    <a:pt x="561880" y="504444"/>
                  </a:lnTo>
                  <a:cubicBezTo>
                    <a:pt x="561880" y="534162"/>
                    <a:pt x="537877" y="558165"/>
                    <a:pt x="508159" y="558165"/>
                  </a:cubicBezTo>
                  <a:close/>
                </a:path>
              </a:pathLst>
            </a:custGeom>
            <a:solidFill>
              <a:srgbClr val="3D51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任意多边形: 形状 14"/>
            <p:cNvSpPr/>
            <p:nvPr>
              <p:custDataLst>
                <p:tags r:id="rId12"/>
              </p:custDataLst>
            </p:nvPr>
          </p:nvSpPr>
          <p:spPr>
            <a:xfrm>
              <a:off x="5921026" y="3007233"/>
              <a:ext cx="561975" cy="552450"/>
            </a:xfrm>
            <a:custGeom>
              <a:avLst/>
              <a:gdLst>
                <a:gd name="connsiteX0" fmla="*/ 29337 w 561975"/>
                <a:gd name="connsiteY0" fmla="*/ 537210 h 552450"/>
                <a:gd name="connsiteX1" fmla="*/ 29337 w 561975"/>
                <a:gd name="connsiteY1" fmla="*/ 71914 h 552450"/>
                <a:gd name="connsiteX2" fmla="*/ 72199 w 561975"/>
                <a:gd name="connsiteY2" fmla="*/ 29051 h 552450"/>
                <a:gd name="connsiteX3" fmla="*/ 541211 w 561975"/>
                <a:gd name="connsiteY3" fmla="*/ 29051 h 552450"/>
                <a:gd name="connsiteX4" fmla="*/ 558165 w 561975"/>
                <a:gd name="connsiteY4" fmla="*/ 32575 h 552450"/>
                <a:gd name="connsiteX5" fmla="*/ 519017 w 561975"/>
                <a:gd name="connsiteY5" fmla="*/ 7144 h 552450"/>
                <a:gd name="connsiteX6" fmla="*/ 50006 w 561975"/>
                <a:gd name="connsiteY6" fmla="*/ 7144 h 552450"/>
                <a:gd name="connsiteX7" fmla="*/ 7144 w 561975"/>
                <a:gd name="connsiteY7" fmla="*/ 50006 h 552450"/>
                <a:gd name="connsiteX8" fmla="*/ 7144 w 561975"/>
                <a:gd name="connsiteY8" fmla="*/ 515303 h 552450"/>
                <a:gd name="connsiteX9" fmla="*/ 32956 w 561975"/>
                <a:gd name="connsiteY9" fmla="*/ 554641 h 552450"/>
                <a:gd name="connsiteX10" fmla="*/ 29337 w 561975"/>
                <a:gd name="connsiteY10" fmla="*/ 53721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1975" h="552450">
                  <a:moveTo>
                    <a:pt x="29337" y="537210"/>
                  </a:moveTo>
                  <a:lnTo>
                    <a:pt x="29337" y="71914"/>
                  </a:lnTo>
                  <a:cubicBezTo>
                    <a:pt x="29337" y="48292"/>
                    <a:pt x="48482" y="29051"/>
                    <a:pt x="72199" y="29051"/>
                  </a:cubicBezTo>
                  <a:lnTo>
                    <a:pt x="541211" y="29051"/>
                  </a:lnTo>
                  <a:cubicBezTo>
                    <a:pt x="547211" y="29051"/>
                    <a:pt x="553022" y="30289"/>
                    <a:pt x="558165" y="32575"/>
                  </a:cubicBezTo>
                  <a:cubicBezTo>
                    <a:pt x="551497" y="17621"/>
                    <a:pt x="536543" y="7144"/>
                    <a:pt x="519017" y="7144"/>
                  </a:cubicBezTo>
                  <a:lnTo>
                    <a:pt x="50006" y="7144"/>
                  </a:lnTo>
                  <a:cubicBezTo>
                    <a:pt x="26384" y="7144"/>
                    <a:pt x="7144" y="26289"/>
                    <a:pt x="7144" y="50006"/>
                  </a:cubicBezTo>
                  <a:lnTo>
                    <a:pt x="7144" y="515303"/>
                  </a:lnTo>
                  <a:cubicBezTo>
                    <a:pt x="7144" y="532924"/>
                    <a:pt x="17812" y="548069"/>
                    <a:pt x="32956" y="554641"/>
                  </a:cubicBezTo>
                  <a:cubicBezTo>
                    <a:pt x="30671" y="549307"/>
                    <a:pt x="29337" y="543401"/>
                    <a:pt x="29337" y="537210"/>
                  </a:cubicBezTo>
                  <a:close/>
                </a:path>
              </a:pathLst>
            </a:custGeom>
            <a:solidFill>
              <a:srgbClr val="323E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任意多边形: 形状 15"/>
            <p:cNvSpPr/>
            <p:nvPr>
              <p:custDataLst>
                <p:tags r:id="rId13"/>
              </p:custDataLst>
            </p:nvPr>
          </p:nvSpPr>
          <p:spPr>
            <a:xfrm>
              <a:off x="5928074" y="3011519"/>
              <a:ext cx="561975" cy="552450"/>
            </a:xfrm>
            <a:custGeom>
              <a:avLst/>
              <a:gdLst>
                <a:gd name="connsiteX0" fmla="*/ 530543 w 561975"/>
                <a:gd name="connsiteY0" fmla="*/ 7144 h 552450"/>
                <a:gd name="connsiteX1" fmla="*/ 537591 w 561975"/>
                <a:gd name="connsiteY1" fmla="*/ 30671 h 552450"/>
                <a:gd name="connsiteX2" fmla="*/ 537591 w 561975"/>
                <a:gd name="connsiteY2" fmla="*/ 495967 h 552450"/>
                <a:gd name="connsiteX3" fmla="*/ 494729 w 561975"/>
                <a:gd name="connsiteY3" fmla="*/ 538829 h 552450"/>
                <a:gd name="connsiteX4" fmla="*/ 25718 w 561975"/>
                <a:gd name="connsiteY4" fmla="*/ 538829 h 552450"/>
                <a:gd name="connsiteX5" fmla="*/ 7144 w 561975"/>
                <a:gd name="connsiteY5" fmla="*/ 534543 h 552450"/>
                <a:gd name="connsiteX6" fmla="*/ 42958 w 561975"/>
                <a:gd name="connsiteY6" fmla="*/ 553879 h 552450"/>
                <a:gd name="connsiteX7" fmla="*/ 511969 w 561975"/>
                <a:gd name="connsiteY7" fmla="*/ 553879 h 552450"/>
                <a:gd name="connsiteX8" fmla="*/ 554831 w 561975"/>
                <a:gd name="connsiteY8" fmla="*/ 511016 h 552450"/>
                <a:gd name="connsiteX9" fmla="*/ 554831 w 561975"/>
                <a:gd name="connsiteY9" fmla="*/ 45720 h 552450"/>
                <a:gd name="connsiteX10" fmla="*/ 530543 w 561975"/>
                <a:gd name="connsiteY10" fmla="*/ 714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1975" h="552450">
                  <a:moveTo>
                    <a:pt x="530543" y="7144"/>
                  </a:moveTo>
                  <a:cubicBezTo>
                    <a:pt x="535019" y="13907"/>
                    <a:pt x="537591" y="22003"/>
                    <a:pt x="537591" y="30671"/>
                  </a:cubicBezTo>
                  <a:lnTo>
                    <a:pt x="537591" y="495967"/>
                  </a:lnTo>
                  <a:cubicBezTo>
                    <a:pt x="537591" y="519589"/>
                    <a:pt x="518446" y="538829"/>
                    <a:pt x="494729" y="538829"/>
                  </a:cubicBezTo>
                  <a:lnTo>
                    <a:pt x="25718" y="538829"/>
                  </a:lnTo>
                  <a:cubicBezTo>
                    <a:pt x="19050" y="538829"/>
                    <a:pt x="12763" y="537305"/>
                    <a:pt x="7144" y="534543"/>
                  </a:cubicBezTo>
                  <a:cubicBezTo>
                    <a:pt x="14764" y="546164"/>
                    <a:pt x="28004" y="553879"/>
                    <a:pt x="42958" y="553879"/>
                  </a:cubicBezTo>
                  <a:lnTo>
                    <a:pt x="511969" y="553879"/>
                  </a:lnTo>
                  <a:cubicBezTo>
                    <a:pt x="535591" y="553879"/>
                    <a:pt x="554831" y="534734"/>
                    <a:pt x="554831" y="511016"/>
                  </a:cubicBezTo>
                  <a:lnTo>
                    <a:pt x="554831" y="45720"/>
                  </a:lnTo>
                  <a:cubicBezTo>
                    <a:pt x="554831" y="28766"/>
                    <a:pt x="544925" y="14097"/>
                    <a:pt x="530543" y="7144"/>
                  </a:cubicBezTo>
                  <a:close/>
                </a:path>
              </a:pathLst>
            </a:custGeom>
            <a:solidFill>
              <a:srgbClr val="5A70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任意多边形: 形状 16"/>
            <p:cNvSpPr/>
            <p:nvPr>
              <p:custDataLst>
                <p:tags r:id="rId14"/>
              </p:custDataLst>
            </p:nvPr>
          </p:nvSpPr>
          <p:spPr>
            <a:xfrm>
              <a:off x="6579298" y="3646265"/>
              <a:ext cx="561975" cy="561975"/>
            </a:xfrm>
            <a:custGeom>
              <a:avLst/>
              <a:gdLst>
                <a:gd name="connsiteX0" fmla="*/ 508159 w 561975"/>
                <a:gd name="connsiteY0" fmla="*/ 558165 h 561975"/>
                <a:gd name="connsiteX1" fmla="*/ 60865 w 561975"/>
                <a:gd name="connsiteY1" fmla="*/ 558165 h 561975"/>
                <a:gd name="connsiteX2" fmla="*/ 7144 w 561975"/>
                <a:gd name="connsiteY2" fmla="*/ 504444 h 561975"/>
                <a:gd name="connsiteX3" fmla="*/ 7144 w 561975"/>
                <a:gd name="connsiteY3" fmla="*/ 60865 h 561975"/>
                <a:gd name="connsiteX4" fmla="*/ 60865 w 561975"/>
                <a:gd name="connsiteY4" fmla="*/ 7144 h 561975"/>
                <a:gd name="connsiteX5" fmla="*/ 508159 w 561975"/>
                <a:gd name="connsiteY5" fmla="*/ 7144 h 561975"/>
                <a:gd name="connsiteX6" fmla="*/ 561880 w 561975"/>
                <a:gd name="connsiteY6" fmla="*/ 60865 h 561975"/>
                <a:gd name="connsiteX7" fmla="*/ 561880 w 561975"/>
                <a:gd name="connsiteY7" fmla="*/ 504444 h 561975"/>
                <a:gd name="connsiteX8" fmla="*/ 508159 w 561975"/>
                <a:gd name="connsiteY8" fmla="*/ 558165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561975">
                  <a:moveTo>
                    <a:pt x="508159" y="558165"/>
                  </a:moveTo>
                  <a:lnTo>
                    <a:pt x="60865" y="558165"/>
                  </a:lnTo>
                  <a:cubicBezTo>
                    <a:pt x="31242" y="558165"/>
                    <a:pt x="7144" y="534067"/>
                    <a:pt x="7144" y="504444"/>
                  </a:cubicBezTo>
                  <a:lnTo>
                    <a:pt x="7144" y="60865"/>
                  </a:lnTo>
                  <a:cubicBezTo>
                    <a:pt x="7144" y="31242"/>
                    <a:pt x="31242" y="7144"/>
                    <a:pt x="60865" y="7144"/>
                  </a:cubicBezTo>
                  <a:lnTo>
                    <a:pt x="508159" y="7144"/>
                  </a:lnTo>
                  <a:cubicBezTo>
                    <a:pt x="537782" y="7144"/>
                    <a:pt x="561880" y="31242"/>
                    <a:pt x="561880" y="60865"/>
                  </a:cubicBezTo>
                  <a:lnTo>
                    <a:pt x="561880" y="504444"/>
                  </a:lnTo>
                  <a:cubicBezTo>
                    <a:pt x="561880" y="534067"/>
                    <a:pt x="537877" y="558165"/>
                    <a:pt x="508159" y="558165"/>
                  </a:cubicBezTo>
                  <a:close/>
                </a:path>
              </a:pathLst>
            </a:custGeom>
            <a:solidFill>
              <a:srgbClr val="3D51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任意多边形: 形状 17"/>
            <p:cNvSpPr/>
            <p:nvPr>
              <p:custDataLst>
                <p:tags r:id="rId15"/>
              </p:custDataLst>
            </p:nvPr>
          </p:nvSpPr>
          <p:spPr>
            <a:xfrm>
              <a:off x="6579298" y="3646265"/>
              <a:ext cx="561975" cy="552450"/>
            </a:xfrm>
            <a:custGeom>
              <a:avLst/>
              <a:gdLst>
                <a:gd name="connsiteX0" fmla="*/ 29242 w 561975"/>
                <a:gd name="connsiteY0" fmla="*/ 537210 h 552450"/>
                <a:gd name="connsiteX1" fmla="*/ 29242 w 561975"/>
                <a:gd name="connsiteY1" fmla="*/ 71914 h 552450"/>
                <a:gd name="connsiteX2" fmla="*/ 72104 w 561975"/>
                <a:gd name="connsiteY2" fmla="*/ 29051 h 552450"/>
                <a:gd name="connsiteX3" fmla="*/ 541115 w 561975"/>
                <a:gd name="connsiteY3" fmla="*/ 29051 h 552450"/>
                <a:gd name="connsiteX4" fmla="*/ 558165 w 561975"/>
                <a:gd name="connsiteY4" fmla="*/ 32576 h 552450"/>
                <a:gd name="connsiteX5" fmla="*/ 519017 w 561975"/>
                <a:gd name="connsiteY5" fmla="*/ 7144 h 552450"/>
                <a:gd name="connsiteX6" fmla="*/ 50006 w 561975"/>
                <a:gd name="connsiteY6" fmla="*/ 7144 h 552450"/>
                <a:gd name="connsiteX7" fmla="*/ 7144 w 561975"/>
                <a:gd name="connsiteY7" fmla="*/ 50006 h 552450"/>
                <a:gd name="connsiteX8" fmla="*/ 7144 w 561975"/>
                <a:gd name="connsiteY8" fmla="*/ 515303 h 552450"/>
                <a:gd name="connsiteX9" fmla="*/ 32957 w 561975"/>
                <a:gd name="connsiteY9" fmla="*/ 554641 h 552450"/>
                <a:gd name="connsiteX10" fmla="*/ 29242 w 561975"/>
                <a:gd name="connsiteY10" fmla="*/ 53721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1975" h="552450">
                  <a:moveTo>
                    <a:pt x="29242" y="537210"/>
                  </a:moveTo>
                  <a:lnTo>
                    <a:pt x="29242" y="71914"/>
                  </a:lnTo>
                  <a:cubicBezTo>
                    <a:pt x="29242" y="48292"/>
                    <a:pt x="48387" y="29051"/>
                    <a:pt x="72104" y="29051"/>
                  </a:cubicBezTo>
                  <a:lnTo>
                    <a:pt x="541115" y="29051"/>
                  </a:lnTo>
                  <a:cubicBezTo>
                    <a:pt x="547116" y="29051"/>
                    <a:pt x="552926" y="30289"/>
                    <a:pt x="558165" y="32576"/>
                  </a:cubicBezTo>
                  <a:cubicBezTo>
                    <a:pt x="551498" y="17621"/>
                    <a:pt x="536543" y="7144"/>
                    <a:pt x="519017" y="7144"/>
                  </a:cubicBezTo>
                  <a:lnTo>
                    <a:pt x="50006" y="7144"/>
                  </a:lnTo>
                  <a:cubicBezTo>
                    <a:pt x="26384" y="7144"/>
                    <a:pt x="7144" y="26289"/>
                    <a:pt x="7144" y="50006"/>
                  </a:cubicBezTo>
                  <a:lnTo>
                    <a:pt x="7144" y="515303"/>
                  </a:lnTo>
                  <a:cubicBezTo>
                    <a:pt x="7144" y="532924"/>
                    <a:pt x="17812" y="548069"/>
                    <a:pt x="32957" y="554641"/>
                  </a:cubicBezTo>
                  <a:cubicBezTo>
                    <a:pt x="30671" y="549307"/>
                    <a:pt x="29242" y="543401"/>
                    <a:pt x="29242" y="537210"/>
                  </a:cubicBezTo>
                  <a:close/>
                </a:path>
              </a:pathLst>
            </a:custGeom>
            <a:solidFill>
              <a:srgbClr val="323E5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>
              <p:custDataLst>
                <p:tags r:id="rId16"/>
              </p:custDataLst>
            </p:nvPr>
          </p:nvSpPr>
          <p:spPr>
            <a:xfrm>
              <a:off x="6586347" y="3650552"/>
              <a:ext cx="561975" cy="552450"/>
            </a:xfrm>
            <a:custGeom>
              <a:avLst/>
              <a:gdLst>
                <a:gd name="connsiteX0" fmla="*/ 530542 w 561975"/>
                <a:gd name="connsiteY0" fmla="*/ 7144 h 552450"/>
                <a:gd name="connsiteX1" fmla="*/ 537591 w 561975"/>
                <a:gd name="connsiteY1" fmla="*/ 30671 h 552450"/>
                <a:gd name="connsiteX2" fmla="*/ 537591 w 561975"/>
                <a:gd name="connsiteY2" fmla="*/ 495967 h 552450"/>
                <a:gd name="connsiteX3" fmla="*/ 494729 w 561975"/>
                <a:gd name="connsiteY3" fmla="*/ 538829 h 552450"/>
                <a:gd name="connsiteX4" fmla="*/ 25717 w 561975"/>
                <a:gd name="connsiteY4" fmla="*/ 538829 h 552450"/>
                <a:gd name="connsiteX5" fmla="*/ 7144 w 561975"/>
                <a:gd name="connsiteY5" fmla="*/ 534543 h 552450"/>
                <a:gd name="connsiteX6" fmla="*/ 42958 w 561975"/>
                <a:gd name="connsiteY6" fmla="*/ 553879 h 552450"/>
                <a:gd name="connsiteX7" fmla="*/ 511969 w 561975"/>
                <a:gd name="connsiteY7" fmla="*/ 553879 h 552450"/>
                <a:gd name="connsiteX8" fmla="*/ 554831 w 561975"/>
                <a:gd name="connsiteY8" fmla="*/ 511016 h 552450"/>
                <a:gd name="connsiteX9" fmla="*/ 554831 w 561975"/>
                <a:gd name="connsiteY9" fmla="*/ 45720 h 552450"/>
                <a:gd name="connsiteX10" fmla="*/ 530542 w 561975"/>
                <a:gd name="connsiteY10" fmla="*/ 7144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1975" h="552450">
                  <a:moveTo>
                    <a:pt x="530542" y="7144"/>
                  </a:moveTo>
                  <a:cubicBezTo>
                    <a:pt x="535019" y="13906"/>
                    <a:pt x="537591" y="22003"/>
                    <a:pt x="537591" y="30671"/>
                  </a:cubicBezTo>
                  <a:lnTo>
                    <a:pt x="537591" y="495967"/>
                  </a:lnTo>
                  <a:cubicBezTo>
                    <a:pt x="537591" y="519589"/>
                    <a:pt x="518446" y="538829"/>
                    <a:pt x="494729" y="538829"/>
                  </a:cubicBezTo>
                  <a:lnTo>
                    <a:pt x="25717" y="538829"/>
                  </a:lnTo>
                  <a:cubicBezTo>
                    <a:pt x="19050" y="538829"/>
                    <a:pt x="12763" y="537305"/>
                    <a:pt x="7144" y="534543"/>
                  </a:cubicBezTo>
                  <a:cubicBezTo>
                    <a:pt x="14764" y="546163"/>
                    <a:pt x="28004" y="553879"/>
                    <a:pt x="42958" y="553879"/>
                  </a:cubicBezTo>
                  <a:lnTo>
                    <a:pt x="511969" y="553879"/>
                  </a:lnTo>
                  <a:cubicBezTo>
                    <a:pt x="535591" y="553879"/>
                    <a:pt x="554831" y="534733"/>
                    <a:pt x="554831" y="511016"/>
                  </a:cubicBezTo>
                  <a:lnTo>
                    <a:pt x="554831" y="45720"/>
                  </a:lnTo>
                  <a:cubicBezTo>
                    <a:pt x="554831" y="28670"/>
                    <a:pt x="544925" y="14097"/>
                    <a:pt x="530542" y="7144"/>
                  </a:cubicBezTo>
                  <a:close/>
                </a:path>
              </a:pathLst>
            </a:custGeom>
            <a:solidFill>
              <a:srgbClr val="5A70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17"/>
              </p:custDataLst>
            </p:nvPr>
          </p:nvSpPr>
          <p:spPr>
            <a:xfrm>
              <a:off x="5924645" y="3646265"/>
              <a:ext cx="561975" cy="561975"/>
            </a:xfrm>
            <a:custGeom>
              <a:avLst/>
              <a:gdLst>
                <a:gd name="connsiteX0" fmla="*/ 508063 w 561975"/>
                <a:gd name="connsiteY0" fmla="*/ 558165 h 561975"/>
                <a:gd name="connsiteX1" fmla="*/ 60865 w 561975"/>
                <a:gd name="connsiteY1" fmla="*/ 558165 h 561975"/>
                <a:gd name="connsiteX2" fmla="*/ 7144 w 561975"/>
                <a:gd name="connsiteY2" fmla="*/ 504444 h 561975"/>
                <a:gd name="connsiteX3" fmla="*/ 7144 w 561975"/>
                <a:gd name="connsiteY3" fmla="*/ 60865 h 561975"/>
                <a:gd name="connsiteX4" fmla="*/ 60865 w 561975"/>
                <a:gd name="connsiteY4" fmla="*/ 7144 h 561975"/>
                <a:gd name="connsiteX5" fmla="*/ 508159 w 561975"/>
                <a:gd name="connsiteY5" fmla="*/ 7144 h 561975"/>
                <a:gd name="connsiteX6" fmla="*/ 561880 w 561975"/>
                <a:gd name="connsiteY6" fmla="*/ 60865 h 561975"/>
                <a:gd name="connsiteX7" fmla="*/ 561880 w 561975"/>
                <a:gd name="connsiteY7" fmla="*/ 504444 h 561975"/>
                <a:gd name="connsiteX8" fmla="*/ 508063 w 561975"/>
                <a:gd name="connsiteY8" fmla="*/ 558165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561975">
                  <a:moveTo>
                    <a:pt x="508063" y="558165"/>
                  </a:moveTo>
                  <a:lnTo>
                    <a:pt x="60865" y="558165"/>
                  </a:lnTo>
                  <a:cubicBezTo>
                    <a:pt x="31242" y="558165"/>
                    <a:pt x="7144" y="534067"/>
                    <a:pt x="7144" y="504444"/>
                  </a:cubicBezTo>
                  <a:lnTo>
                    <a:pt x="7144" y="60865"/>
                  </a:lnTo>
                  <a:cubicBezTo>
                    <a:pt x="7144" y="31242"/>
                    <a:pt x="31242" y="7144"/>
                    <a:pt x="60865" y="7144"/>
                  </a:cubicBezTo>
                  <a:lnTo>
                    <a:pt x="508159" y="7144"/>
                  </a:lnTo>
                  <a:cubicBezTo>
                    <a:pt x="537781" y="7144"/>
                    <a:pt x="561880" y="31242"/>
                    <a:pt x="561880" y="60865"/>
                  </a:cubicBezTo>
                  <a:lnTo>
                    <a:pt x="561880" y="504444"/>
                  </a:lnTo>
                  <a:cubicBezTo>
                    <a:pt x="561784" y="534067"/>
                    <a:pt x="537781" y="558165"/>
                    <a:pt x="508063" y="558165"/>
                  </a:cubicBezTo>
                  <a:close/>
                </a:path>
              </a:pathLst>
            </a:custGeom>
            <a:solidFill>
              <a:srgbClr val="6887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18"/>
              </p:custDataLst>
            </p:nvPr>
          </p:nvSpPr>
          <p:spPr>
            <a:xfrm>
              <a:off x="5924550" y="3649980"/>
              <a:ext cx="561975" cy="552450"/>
            </a:xfrm>
            <a:custGeom>
              <a:avLst/>
              <a:gdLst>
                <a:gd name="connsiteX0" fmla="*/ 519017 w 561975"/>
                <a:gd name="connsiteY0" fmla="*/ 554450 h 552450"/>
                <a:gd name="connsiteX1" fmla="*/ 561880 w 561975"/>
                <a:gd name="connsiteY1" fmla="*/ 511588 h 552450"/>
                <a:gd name="connsiteX2" fmla="*/ 561880 w 561975"/>
                <a:gd name="connsiteY2" fmla="*/ 46291 h 552450"/>
                <a:gd name="connsiteX3" fmla="*/ 536353 w 561975"/>
                <a:gd name="connsiteY3" fmla="*/ 7144 h 552450"/>
                <a:gd name="connsiteX4" fmla="*/ 7144 w 561975"/>
                <a:gd name="connsiteY4" fmla="*/ 509968 h 552450"/>
                <a:gd name="connsiteX5" fmla="*/ 7144 w 561975"/>
                <a:gd name="connsiteY5" fmla="*/ 511588 h 552450"/>
                <a:gd name="connsiteX6" fmla="*/ 50006 w 561975"/>
                <a:gd name="connsiteY6" fmla="*/ 554450 h 552450"/>
                <a:gd name="connsiteX7" fmla="*/ 519017 w 561975"/>
                <a:gd name="connsiteY7" fmla="*/ 55445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1975" h="552450">
                  <a:moveTo>
                    <a:pt x="519017" y="554450"/>
                  </a:moveTo>
                  <a:cubicBezTo>
                    <a:pt x="542639" y="554450"/>
                    <a:pt x="561880" y="535305"/>
                    <a:pt x="561880" y="511588"/>
                  </a:cubicBezTo>
                  <a:lnTo>
                    <a:pt x="561880" y="46291"/>
                  </a:lnTo>
                  <a:cubicBezTo>
                    <a:pt x="561880" y="28861"/>
                    <a:pt x="551402" y="13811"/>
                    <a:pt x="536353" y="7144"/>
                  </a:cubicBezTo>
                  <a:cubicBezTo>
                    <a:pt x="343281" y="307276"/>
                    <a:pt x="132493" y="447961"/>
                    <a:pt x="7144" y="509968"/>
                  </a:cubicBezTo>
                  <a:lnTo>
                    <a:pt x="7144" y="511588"/>
                  </a:lnTo>
                  <a:cubicBezTo>
                    <a:pt x="7144" y="535210"/>
                    <a:pt x="26289" y="554450"/>
                    <a:pt x="50006" y="554450"/>
                  </a:cubicBezTo>
                  <a:lnTo>
                    <a:pt x="519017" y="554450"/>
                  </a:ln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任意多边形: 形状 21"/>
            <p:cNvSpPr/>
            <p:nvPr>
              <p:custDataLst>
                <p:tags r:id="rId19"/>
              </p:custDataLst>
            </p:nvPr>
          </p:nvSpPr>
          <p:spPr>
            <a:xfrm>
              <a:off x="6093474" y="3824192"/>
              <a:ext cx="219075" cy="228600"/>
            </a:xfrm>
            <a:custGeom>
              <a:avLst/>
              <a:gdLst>
                <a:gd name="connsiteX0" fmla="*/ 211505 w 219075"/>
                <a:gd name="connsiteY0" fmla="*/ 134112 h 228600"/>
                <a:gd name="connsiteX1" fmla="*/ 195979 w 219075"/>
                <a:gd name="connsiteY1" fmla="*/ 125159 h 228600"/>
                <a:gd name="connsiteX2" fmla="*/ 194645 w 219075"/>
                <a:gd name="connsiteY2" fmla="*/ 122587 h 228600"/>
                <a:gd name="connsiteX3" fmla="*/ 195122 w 219075"/>
                <a:gd name="connsiteY3" fmla="*/ 114300 h 228600"/>
                <a:gd name="connsiteX4" fmla="*/ 193693 w 219075"/>
                <a:gd name="connsiteY4" fmla="*/ 98774 h 228600"/>
                <a:gd name="connsiteX5" fmla="*/ 195026 w 219075"/>
                <a:gd name="connsiteY5" fmla="*/ 96012 h 228600"/>
                <a:gd name="connsiteX6" fmla="*/ 208075 w 219075"/>
                <a:gd name="connsiteY6" fmla="*/ 88487 h 228600"/>
                <a:gd name="connsiteX7" fmla="*/ 212171 w 219075"/>
                <a:gd name="connsiteY7" fmla="*/ 73247 h 228600"/>
                <a:gd name="connsiteX8" fmla="*/ 194264 w 219075"/>
                <a:gd name="connsiteY8" fmla="*/ 42291 h 228600"/>
                <a:gd name="connsiteX9" fmla="*/ 179024 w 219075"/>
                <a:gd name="connsiteY9" fmla="*/ 38195 h 228600"/>
                <a:gd name="connsiteX10" fmla="*/ 164737 w 219075"/>
                <a:gd name="connsiteY10" fmla="*/ 46387 h 228600"/>
                <a:gd name="connsiteX11" fmla="*/ 161784 w 219075"/>
                <a:gd name="connsiteY11" fmla="*/ 46196 h 228600"/>
                <a:gd name="connsiteX12" fmla="*/ 139400 w 219075"/>
                <a:gd name="connsiteY12" fmla="*/ 33623 h 228600"/>
                <a:gd name="connsiteX13" fmla="*/ 137686 w 219075"/>
                <a:gd name="connsiteY13" fmla="*/ 31147 h 228600"/>
                <a:gd name="connsiteX14" fmla="*/ 137686 w 219075"/>
                <a:gd name="connsiteY14" fmla="*/ 18288 h 228600"/>
                <a:gd name="connsiteX15" fmla="*/ 126541 w 219075"/>
                <a:gd name="connsiteY15" fmla="*/ 7144 h 228600"/>
                <a:gd name="connsiteX16" fmla="*/ 90728 w 219075"/>
                <a:gd name="connsiteY16" fmla="*/ 7144 h 228600"/>
                <a:gd name="connsiteX17" fmla="*/ 79583 w 219075"/>
                <a:gd name="connsiteY17" fmla="*/ 18288 h 228600"/>
                <a:gd name="connsiteX18" fmla="*/ 79583 w 219075"/>
                <a:gd name="connsiteY18" fmla="*/ 31147 h 228600"/>
                <a:gd name="connsiteX19" fmla="*/ 77869 w 219075"/>
                <a:gd name="connsiteY19" fmla="*/ 33623 h 228600"/>
                <a:gd name="connsiteX20" fmla="*/ 52818 w 219075"/>
                <a:gd name="connsiteY20" fmla="*/ 48482 h 228600"/>
                <a:gd name="connsiteX21" fmla="*/ 49770 w 219075"/>
                <a:gd name="connsiteY21" fmla="*/ 48768 h 228600"/>
                <a:gd name="connsiteX22" fmla="*/ 41769 w 219075"/>
                <a:gd name="connsiteY22" fmla="*/ 44196 h 228600"/>
                <a:gd name="connsiteX23" fmla="*/ 26529 w 219075"/>
                <a:gd name="connsiteY23" fmla="*/ 48292 h 228600"/>
                <a:gd name="connsiteX24" fmla="*/ 8622 w 219075"/>
                <a:gd name="connsiteY24" fmla="*/ 79248 h 228600"/>
                <a:gd name="connsiteX25" fmla="*/ 12718 w 219075"/>
                <a:gd name="connsiteY25" fmla="*/ 94488 h 228600"/>
                <a:gd name="connsiteX26" fmla="*/ 21862 w 219075"/>
                <a:gd name="connsiteY26" fmla="*/ 99727 h 228600"/>
                <a:gd name="connsiteX27" fmla="*/ 23195 w 219075"/>
                <a:gd name="connsiteY27" fmla="*/ 102489 h 228600"/>
                <a:gd name="connsiteX28" fmla="*/ 22243 w 219075"/>
                <a:gd name="connsiteY28" fmla="*/ 114395 h 228600"/>
                <a:gd name="connsiteX29" fmla="*/ 24433 w 219075"/>
                <a:gd name="connsiteY29" fmla="*/ 133255 h 228600"/>
                <a:gd name="connsiteX30" fmla="*/ 23195 w 219075"/>
                <a:gd name="connsiteY30" fmla="*/ 136208 h 228600"/>
                <a:gd name="connsiteX31" fmla="*/ 16242 w 219075"/>
                <a:gd name="connsiteY31" fmla="*/ 140208 h 228600"/>
                <a:gd name="connsiteX32" fmla="*/ 12146 w 219075"/>
                <a:gd name="connsiteY32" fmla="*/ 155448 h 228600"/>
                <a:gd name="connsiteX33" fmla="*/ 30053 w 219075"/>
                <a:gd name="connsiteY33" fmla="*/ 186404 h 228600"/>
                <a:gd name="connsiteX34" fmla="*/ 45293 w 219075"/>
                <a:gd name="connsiteY34" fmla="*/ 190500 h 228600"/>
                <a:gd name="connsiteX35" fmla="*/ 55675 w 219075"/>
                <a:gd name="connsiteY35" fmla="*/ 184499 h 228600"/>
                <a:gd name="connsiteX36" fmla="*/ 58628 w 219075"/>
                <a:gd name="connsiteY36" fmla="*/ 184690 h 228600"/>
                <a:gd name="connsiteX37" fmla="*/ 84632 w 219075"/>
                <a:gd name="connsiteY37" fmla="*/ 197358 h 228600"/>
                <a:gd name="connsiteX38" fmla="*/ 86632 w 219075"/>
                <a:gd name="connsiteY38" fmla="*/ 199930 h 228600"/>
                <a:gd name="connsiteX39" fmla="*/ 86632 w 219075"/>
                <a:gd name="connsiteY39" fmla="*/ 210407 h 228600"/>
                <a:gd name="connsiteX40" fmla="*/ 97776 w 219075"/>
                <a:gd name="connsiteY40" fmla="*/ 221552 h 228600"/>
                <a:gd name="connsiteX41" fmla="*/ 133590 w 219075"/>
                <a:gd name="connsiteY41" fmla="*/ 221552 h 228600"/>
                <a:gd name="connsiteX42" fmla="*/ 144734 w 219075"/>
                <a:gd name="connsiteY42" fmla="*/ 210407 h 228600"/>
                <a:gd name="connsiteX43" fmla="*/ 144734 w 219075"/>
                <a:gd name="connsiteY43" fmla="*/ 194596 h 228600"/>
                <a:gd name="connsiteX44" fmla="*/ 146258 w 219075"/>
                <a:gd name="connsiteY44" fmla="*/ 192215 h 228600"/>
                <a:gd name="connsiteX45" fmla="*/ 167308 w 219075"/>
                <a:gd name="connsiteY45" fmla="*/ 177927 h 228600"/>
                <a:gd name="connsiteX46" fmla="*/ 170452 w 219075"/>
                <a:gd name="connsiteY46" fmla="*/ 177546 h 228600"/>
                <a:gd name="connsiteX47" fmla="*/ 182549 w 219075"/>
                <a:gd name="connsiteY47" fmla="*/ 184595 h 228600"/>
                <a:gd name="connsiteX48" fmla="*/ 197789 w 219075"/>
                <a:gd name="connsiteY48" fmla="*/ 180499 h 228600"/>
                <a:gd name="connsiteX49" fmla="*/ 215696 w 219075"/>
                <a:gd name="connsiteY49" fmla="*/ 149543 h 228600"/>
                <a:gd name="connsiteX50" fmla="*/ 211505 w 219075"/>
                <a:gd name="connsiteY50" fmla="*/ 134112 h 228600"/>
                <a:gd name="connsiteX51" fmla="*/ 112064 w 219075"/>
                <a:gd name="connsiteY51" fmla="*/ 156591 h 228600"/>
                <a:gd name="connsiteX52" fmla="*/ 69677 w 219075"/>
                <a:gd name="connsiteY52" fmla="*/ 114205 h 228600"/>
                <a:gd name="connsiteX53" fmla="*/ 112064 w 219075"/>
                <a:gd name="connsiteY53" fmla="*/ 71819 h 228600"/>
                <a:gd name="connsiteX54" fmla="*/ 154450 w 219075"/>
                <a:gd name="connsiteY54" fmla="*/ 114205 h 228600"/>
                <a:gd name="connsiteX55" fmla="*/ 112064 w 219075"/>
                <a:gd name="connsiteY55" fmla="*/ 156591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19075" h="228600">
                  <a:moveTo>
                    <a:pt x="211505" y="134112"/>
                  </a:moveTo>
                  <a:lnTo>
                    <a:pt x="195979" y="125159"/>
                  </a:lnTo>
                  <a:cubicBezTo>
                    <a:pt x="195026" y="124587"/>
                    <a:pt x="194550" y="123635"/>
                    <a:pt x="194645" y="122587"/>
                  </a:cubicBezTo>
                  <a:cubicBezTo>
                    <a:pt x="194931" y="119825"/>
                    <a:pt x="195122" y="117062"/>
                    <a:pt x="195122" y="114300"/>
                  </a:cubicBezTo>
                  <a:cubicBezTo>
                    <a:pt x="195122" y="108966"/>
                    <a:pt x="194645" y="103823"/>
                    <a:pt x="193693" y="98774"/>
                  </a:cubicBezTo>
                  <a:cubicBezTo>
                    <a:pt x="193502" y="97631"/>
                    <a:pt x="193979" y="96584"/>
                    <a:pt x="195026" y="96012"/>
                  </a:cubicBezTo>
                  <a:lnTo>
                    <a:pt x="208075" y="88487"/>
                  </a:lnTo>
                  <a:cubicBezTo>
                    <a:pt x="213410" y="85439"/>
                    <a:pt x="215219" y="78581"/>
                    <a:pt x="212171" y="73247"/>
                  </a:cubicBezTo>
                  <a:lnTo>
                    <a:pt x="194264" y="42291"/>
                  </a:lnTo>
                  <a:cubicBezTo>
                    <a:pt x="191216" y="36957"/>
                    <a:pt x="184358" y="35147"/>
                    <a:pt x="179024" y="38195"/>
                  </a:cubicBezTo>
                  <a:lnTo>
                    <a:pt x="164737" y="46387"/>
                  </a:lnTo>
                  <a:cubicBezTo>
                    <a:pt x="163784" y="46958"/>
                    <a:pt x="162641" y="46863"/>
                    <a:pt x="161784" y="46196"/>
                  </a:cubicBezTo>
                  <a:cubicBezTo>
                    <a:pt x="155021" y="40958"/>
                    <a:pt x="147497" y="36767"/>
                    <a:pt x="139400" y="33623"/>
                  </a:cubicBezTo>
                  <a:cubicBezTo>
                    <a:pt x="138353" y="33242"/>
                    <a:pt x="137686" y="32195"/>
                    <a:pt x="137686" y="31147"/>
                  </a:cubicBezTo>
                  <a:lnTo>
                    <a:pt x="137686" y="18288"/>
                  </a:lnTo>
                  <a:cubicBezTo>
                    <a:pt x="137686" y="12097"/>
                    <a:pt x="132733" y="7144"/>
                    <a:pt x="126541" y="7144"/>
                  </a:cubicBezTo>
                  <a:lnTo>
                    <a:pt x="90728" y="7144"/>
                  </a:lnTo>
                  <a:cubicBezTo>
                    <a:pt x="84536" y="7144"/>
                    <a:pt x="79583" y="12097"/>
                    <a:pt x="79583" y="18288"/>
                  </a:cubicBezTo>
                  <a:lnTo>
                    <a:pt x="79583" y="31147"/>
                  </a:lnTo>
                  <a:cubicBezTo>
                    <a:pt x="79583" y="32290"/>
                    <a:pt x="78916" y="33242"/>
                    <a:pt x="77869" y="33623"/>
                  </a:cubicBezTo>
                  <a:cubicBezTo>
                    <a:pt x="68630" y="37148"/>
                    <a:pt x="60248" y="42196"/>
                    <a:pt x="52818" y="48482"/>
                  </a:cubicBezTo>
                  <a:cubicBezTo>
                    <a:pt x="51961" y="49244"/>
                    <a:pt x="50723" y="49340"/>
                    <a:pt x="49770" y="48768"/>
                  </a:cubicBezTo>
                  <a:lnTo>
                    <a:pt x="41769" y="44196"/>
                  </a:lnTo>
                  <a:cubicBezTo>
                    <a:pt x="36435" y="41148"/>
                    <a:pt x="29577" y="42958"/>
                    <a:pt x="26529" y="48292"/>
                  </a:cubicBezTo>
                  <a:lnTo>
                    <a:pt x="8622" y="79248"/>
                  </a:lnTo>
                  <a:cubicBezTo>
                    <a:pt x="5574" y="84582"/>
                    <a:pt x="7384" y="91440"/>
                    <a:pt x="12718" y="94488"/>
                  </a:cubicBezTo>
                  <a:lnTo>
                    <a:pt x="21862" y="99727"/>
                  </a:lnTo>
                  <a:cubicBezTo>
                    <a:pt x="22814" y="100298"/>
                    <a:pt x="23291" y="101346"/>
                    <a:pt x="23195" y="102489"/>
                  </a:cubicBezTo>
                  <a:cubicBezTo>
                    <a:pt x="22624" y="106394"/>
                    <a:pt x="22243" y="110300"/>
                    <a:pt x="22243" y="114395"/>
                  </a:cubicBezTo>
                  <a:cubicBezTo>
                    <a:pt x="22243" y="120872"/>
                    <a:pt x="23005" y="127254"/>
                    <a:pt x="24433" y="133255"/>
                  </a:cubicBezTo>
                  <a:cubicBezTo>
                    <a:pt x="24719" y="134398"/>
                    <a:pt x="24148" y="135636"/>
                    <a:pt x="23195" y="136208"/>
                  </a:cubicBezTo>
                  <a:lnTo>
                    <a:pt x="16242" y="140208"/>
                  </a:lnTo>
                  <a:cubicBezTo>
                    <a:pt x="10908" y="143256"/>
                    <a:pt x="9098" y="150114"/>
                    <a:pt x="12146" y="155448"/>
                  </a:cubicBezTo>
                  <a:lnTo>
                    <a:pt x="30053" y="186404"/>
                  </a:lnTo>
                  <a:cubicBezTo>
                    <a:pt x="33101" y="191738"/>
                    <a:pt x="39959" y="193548"/>
                    <a:pt x="45293" y="190500"/>
                  </a:cubicBezTo>
                  <a:lnTo>
                    <a:pt x="55675" y="184499"/>
                  </a:lnTo>
                  <a:cubicBezTo>
                    <a:pt x="56628" y="183928"/>
                    <a:pt x="57676" y="184023"/>
                    <a:pt x="58628" y="184690"/>
                  </a:cubicBezTo>
                  <a:cubicBezTo>
                    <a:pt x="66439" y="190310"/>
                    <a:pt x="75202" y="194596"/>
                    <a:pt x="84632" y="197358"/>
                  </a:cubicBezTo>
                  <a:cubicBezTo>
                    <a:pt x="85775" y="197739"/>
                    <a:pt x="86632" y="198692"/>
                    <a:pt x="86632" y="199930"/>
                  </a:cubicBezTo>
                  <a:lnTo>
                    <a:pt x="86632" y="210407"/>
                  </a:lnTo>
                  <a:cubicBezTo>
                    <a:pt x="86632" y="216599"/>
                    <a:pt x="91585" y="221552"/>
                    <a:pt x="97776" y="221552"/>
                  </a:cubicBezTo>
                  <a:lnTo>
                    <a:pt x="133590" y="221552"/>
                  </a:lnTo>
                  <a:cubicBezTo>
                    <a:pt x="139781" y="221552"/>
                    <a:pt x="144734" y="216599"/>
                    <a:pt x="144734" y="210407"/>
                  </a:cubicBezTo>
                  <a:lnTo>
                    <a:pt x="144734" y="194596"/>
                  </a:lnTo>
                  <a:cubicBezTo>
                    <a:pt x="144734" y="193548"/>
                    <a:pt x="145306" y="192596"/>
                    <a:pt x="146258" y="192215"/>
                  </a:cubicBezTo>
                  <a:cubicBezTo>
                    <a:pt x="153974" y="188500"/>
                    <a:pt x="161022" y="183642"/>
                    <a:pt x="167308" y="177927"/>
                  </a:cubicBezTo>
                  <a:cubicBezTo>
                    <a:pt x="168166" y="177165"/>
                    <a:pt x="169404" y="176975"/>
                    <a:pt x="170452" y="177546"/>
                  </a:cubicBezTo>
                  <a:lnTo>
                    <a:pt x="182549" y="184595"/>
                  </a:lnTo>
                  <a:cubicBezTo>
                    <a:pt x="187883" y="187643"/>
                    <a:pt x="194741" y="185833"/>
                    <a:pt x="197789" y="180499"/>
                  </a:cubicBezTo>
                  <a:lnTo>
                    <a:pt x="215696" y="149543"/>
                  </a:lnTo>
                  <a:cubicBezTo>
                    <a:pt x="218648" y="144018"/>
                    <a:pt x="216839" y="137160"/>
                    <a:pt x="211505" y="134112"/>
                  </a:cubicBezTo>
                  <a:close/>
                  <a:moveTo>
                    <a:pt x="112064" y="156591"/>
                  </a:moveTo>
                  <a:cubicBezTo>
                    <a:pt x="88632" y="156591"/>
                    <a:pt x="69677" y="137636"/>
                    <a:pt x="69677" y="114205"/>
                  </a:cubicBezTo>
                  <a:cubicBezTo>
                    <a:pt x="69677" y="90773"/>
                    <a:pt x="88632" y="71819"/>
                    <a:pt x="112064" y="71819"/>
                  </a:cubicBezTo>
                  <a:cubicBezTo>
                    <a:pt x="135495" y="71819"/>
                    <a:pt x="154450" y="90773"/>
                    <a:pt x="154450" y="114205"/>
                  </a:cubicBezTo>
                  <a:cubicBezTo>
                    <a:pt x="154450" y="137636"/>
                    <a:pt x="135495" y="156591"/>
                    <a:pt x="112064" y="15659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/>
            <p:nvPr>
              <p:custDataLst>
                <p:tags r:id="rId20"/>
              </p:custDataLst>
            </p:nvPr>
          </p:nvSpPr>
          <p:spPr>
            <a:xfrm>
              <a:off x="6579394" y="3011614"/>
              <a:ext cx="561975" cy="228600"/>
            </a:xfrm>
            <a:custGeom>
              <a:avLst/>
              <a:gdLst>
                <a:gd name="connsiteX0" fmla="*/ 517017 w 561975"/>
                <a:gd name="connsiteY0" fmla="*/ 226314 h 228600"/>
                <a:gd name="connsiteX1" fmla="*/ 51911 w 561975"/>
                <a:gd name="connsiteY1" fmla="*/ 226314 h 228600"/>
                <a:gd name="connsiteX2" fmla="*/ 7144 w 561975"/>
                <a:gd name="connsiteY2" fmla="*/ 181547 h 228600"/>
                <a:gd name="connsiteX3" fmla="*/ 7144 w 561975"/>
                <a:gd name="connsiteY3" fmla="*/ 51911 h 228600"/>
                <a:gd name="connsiteX4" fmla="*/ 51911 w 561975"/>
                <a:gd name="connsiteY4" fmla="*/ 7144 h 228600"/>
                <a:gd name="connsiteX5" fmla="*/ 517017 w 561975"/>
                <a:gd name="connsiteY5" fmla="*/ 7144 h 228600"/>
                <a:gd name="connsiteX6" fmla="*/ 561785 w 561975"/>
                <a:gd name="connsiteY6" fmla="*/ 51911 h 228600"/>
                <a:gd name="connsiteX7" fmla="*/ 561785 w 561975"/>
                <a:gd name="connsiteY7" fmla="*/ 181547 h 228600"/>
                <a:gd name="connsiteX8" fmla="*/ 517017 w 561975"/>
                <a:gd name="connsiteY8" fmla="*/ 22631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228600">
                  <a:moveTo>
                    <a:pt x="517017" y="226314"/>
                  </a:moveTo>
                  <a:lnTo>
                    <a:pt x="51911" y="226314"/>
                  </a:lnTo>
                  <a:cubicBezTo>
                    <a:pt x="27146" y="226314"/>
                    <a:pt x="7144" y="206216"/>
                    <a:pt x="7144" y="181547"/>
                  </a:cubicBezTo>
                  <a:lnTo>
                    <a:pt x="7144" y="51911"/>
                  </a:lnTo>
                  <a:cubicBezTo>
                    <a:pt x="7144" y="27146"/>
                    <a:pt x="27241" y="7144"/>
                    <a:pt x="51911" y="7144"/>
                  </a:cubicBezTo>
                  <a:lnTo>
                    <a:pt x="517017" y="7144"/>
                  </a:lnTo>
                  <a:cubicBezTo>
                    <a:pt x="541782" y="7144"/>
                    <a:pt x="561785" y="27242"/>
                    <a:pt x="561785" y="51911"/>
                  </a:cubicBezTo>
                  <a:lnTo>
                    <a:pt x="561785" y="181547"/>
                  </a:lnTo>
                  <a:cubicBezTo>
                    <a:pt x="561785" y="206312"/>
                    <a:pt x="541782" y="226314"/>
                    <a:pt x="517017" y="226314"/>
                  </a:cubicBezTo>
                  <a:close/>
                </a:path>
              </a:pathLst>
            </a:custGeom>
            <a:solidFill>
              <a:srgbClr val="A877B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任意多边形: 形状 23"/>
            <p:cNvSpPr/>
            <p:nvPr>
              <p:custDataLst>
                <p:tags r:id="rId21"/>
              </p:custDataLst>
            </p:nvPr>
          </p:nvSpPr>
          <p:spPr>
            <a:xfrm>
              <a:off x="6580251" y="3018282"/>
              <a:ext cx="561975" cy="219075"/>
            </a:xfrm>
            <a:custGeom>
              <a:avLst/>
              <a:gdLst>
                <a:gd name="connsiteX0" fmla="*/ 560927 w 561975"/>
                <a:gd name="connsiteY0" fmla="*/ 176879 h 219075"/>
                <a:gd name="connsiteX1" fmla="*/ 560927 w 561975"/>
                <a:gd name="connsiteY1" fmla="*/ 43339 h 219075"/>
                <a:gd name="connsiteX2" fmla="*/ 541020 w 561975"/>
                <a:gd name="connsiteY2" fmla="*/ 7144 h 219075"/>
                <a:gd name="connsiteX3" fmla="*/ 7144 w 561975"/>
                <a:gd name="connsiteY3" fmla="*/ 185642 h 219075"/>
                <a:gd name="connsiteX4" fmla="*/ 49054 w 561975"/>
                <a:gd name="connsiteY4" fmla="*/ 219742 h 219075"/>
                <a:gd name="connsiteX5" fmla="*/ 518065 w 561975"/>
                <a:gd name="connsiteY5" fmla="*/ 219742 h 219075"/>
                <a:gd name="connsiteX6" fmla="*/ 560927 w 561975"/>
                <a:gd name="connsiteY6" fmla="*/ 176879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1975" h="219075">
                  <a:moveTo>
                    <a:pt x="560927" y="176879"/>
                  </a:moveTo>
                  <a:lnTo>
                    <a:pt x="560927" y="43339"/>
                  </a:lnTo>
                  <a:cubicBezTo>
                    <a:pt x="560927" y="28099"/>
                    <a:pt x="552926" y="14764"/>
                    <a:pt x="541020" y="7144"/>
                  </a:cubicBezTo>
                  <a:cubicBezTo>
                    <a:pt x="363950" y="134017"/>
                    <a:pt x="113729" y="173926"/>
                    <a:pt x="7144" y="185642"/>
                  </a:cubicBezTo>
                  <a:cubicBezTo>
                    <a:pt x="11239" y="205073"/>
                    <a:pt x="28385" y="219742"/>
                    <a:pt x="49054" y="219742"/>
                  </a:cubicBezTo>
                  <a:lnTo>
                    <a:pt x="518065" y="219742"/>
                  </a:lnTo>
                  <a:cubicBezTo>
                    <a:pt x="541782" y="219646"/>
                    <a:pt x="560927" y="200501"/>
                    <a:pt x="560927" y="176879"/>
                  </a:cubicBezTo>
                  <a:close/>
                </a:path>
              </a:pathLst>
            </a:custGeom>
            <a:solidFill>
              <a:srgbClr val="B681C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22"/>
              </p:custDataLst>
            </p:nvPr>
          </p:nvSpPr>
          <p:spPr>
            <a:xfrm>
              <a:off x="6627019" y="3058478"/>
              <a:ext cx="133350" cy="133350"/>
            </a:xfrm>
            <a:custGeom>
              <a:avLst/>
              <a:gdLst>
                <a:gd name="connsiteX0" fmla="*/ 135160 w 133350"/>
                <a:gd name="connsiteY0" fmla="*/ 71152 h 133350"/>
                <a:gd name="connsiteX1" fmla="*/ 71152 w 133350"/>
                <a:gd name="connsiteY1" fmla="*/ 135160 h 133350"/>
                <a:gd name="connsiteX2" fmla="*/ 7144 w 133350"/>
                <a:gd name="connsiteY2" fmla="*/ 71152 h 133350"/>
                <a:gd name="connsiteX3" fmla="*/ 71152 w 133350"/>
                <a:gd name="connsiteY3" fmla="*/ 7144 h 133350"/>
                <a:gd name="connsiteX4" fmla="*/ 135160 w 133350"/>
                <a:gd name="connsiteY4" fmla="*/ 7115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5160" y="71152"/>
                  </a:moveTo>
                  <a:cubicBezTo>
                    <a:pt x="135160" y="106502"/>
                    <a:pt x="106503" y="135160"/>
                    <a:pt x="71152" y="135160"/>
                  </a:cubicBezTo>
                  <a:cubicBezTo>
                    <a:pt x="35801" y="135160"/>
                    <a:pt x="7144" y="106502"/>
                    <a:pt x="7144" y="71152"/>
                  </a:cubicBezTo>
                  <a:cubicBezTo>
                    <a:pt x="7144" y="35801"/>
                    <a:pt x="35801" y="7144"/>
                    <a:pt x="71152" y="7144"/>
                  </a:cubicBezTo>
                  <a:cubicBezTo>
                    <a:pt x="106503" y="7144"/>
                    <a:pt x="135160" y="35801"/>
                    <a:pt x="135160" y="7115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任意多边形: 形状 25"/>
            <p:cNvSpPr/>
            <p:nvPr>
              <p:custDataLst>
                <p:tags r:id="rId23"/>
              </p:custDataLst>
            </p:nvPr>
          </p:nvSpPr>
          <p:spPr>
            <a:xfrm>
              <a:off x="6810851" y="3079718"/>
              <a:ext cx="266700" cy="19050"/>
            </a:xfrm>
            <a:custGeom>
              <a:avLst/>
              <a:gdLst>
                <a:gd name="connsiteX0" fmla="*/ 261271 w 266700"/>
                <a:gd name="connsiteY0" fmla="*/ 19336 h 19050"/>
                <a:gd name="connsiteX1" fmla="*/ 13240 w 266700"/>
                <a:gd name="connsiteY1" fmla="*/ 19336 h 19050"/>
                <a:gd name="connsiteX2" fmla="*/ 7144 w 266700"/>
                <a:gd name="connsiteY2" fmla="*/ 13240 h 19050"/>
                <a:gd name="connsiteX3" fmla="*/ 7144 w 266700"/>
                <a:gd name="connsiteY3" fmla="*/ 13240 h 19050"/>
                <a:gd name="connsiteX4" fmla="*/ 13240 w 266700"/>
                <a:gd name="connsiteY4" fmla="*/ 7144 h 19050"/>
                <a:gd name="connsiteX5" fmla="*/ 261271 w 266700"/>
                <a:gd name="connsiteY5" fmla="*/ 7144 h 19050"/>
                <a:gd name="connsiteX6" fmla="*/ 267367 w 266700"/>
                <a:gd name="connsiteY6" fmla="*/ 13240 h 19050"/>
                <a:gd name="connsiteX7" fmla="*/ 267367 w 266700"/>
                <a:gd name="connsiteY7" fmla="*/ 13240 h 19050"/>
                <a:gd name="connsiteX8" fmla="*/ 261271 w 266700"/>
                <a:gd name="connsiteY8" fmla="*/ 1933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61271" y="19336"/>
                  </a:moveTo>
                  <a:lnTo>
                    <a:pt x="13240" y="19336"/>
                  </a:lnTo>
                  <a:cubicBezTo>
                    <a:pt x="9811" y="19336"/>
                    <a:pt x="7144" y="16574"/>
                    <a:pt x="7144" y="13240"/>
                  </a:cubicBezTo>
                  <a:lnTo>
                    <a:pt x="7144" y="13240"/>
                  </a:lnTo>
                  <a:cubicBezTo>
                    <a:pt x="7144" y="9811"/>
                    <a:pt x="9906" y="7144"/>
                    <a:pt x="13240" y="7144"/>
                  </a:cubicBezTo>
                  <a:lnTo>
                    <a:pt x="261271" y="7144"/>
                  </a:lnTo>
                  <a:cubicBezTo>
                    <a:pt x="264700" y="7144"/>
                    <a:pt x="267367" y="9906"/>
                    <a:pt x="267367" y="13240"/>
                  </a:cubicBezTo>
                  <a:lnTo>
                    <a:pt x="267367" y="13240"/>
                  </a:lnTo>
                  <a:cubicBezTo>
                    <a:pt x="267462" y="16574"/>
                    <a:pt x="264700" y="19336"/>
                    <a:pt x="261271" y="1933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任意多边形: 形状 26"/>
            <p:cNvSpPr/>
            <p:nvPr>
              <p:custDataLst>
                <p:tags r:id="rId24"/>
              </p:custDataLst>
            </p:nvPr>
          </p:nvSpPr>
          <p:spPr>
            <a:xfrm>
              <a:off x="6810851" y="3121247"/>
              <a:ext cx="266700" cy="19050"/>
            </a:xfrm>
            <a:custGeom>
              <a:avLst/>
              <a:gdLst>
                <a:gd name="connsiteX0" fmla="*/ 261271 w 266700"/>
                <a:gd name="connsiteY0" fmla="*/ 19336 h 19050"/>
                <a:gd name="connsiteX1" fmla="*/ 13240 w 266700"/>
                <a:gd name="connsiteY1" fmla="*/ 19336 h 19050"/>
                <a:gd name="connsiteX2" fmla="*/ 7144 w 266700"/>
                <a:gd name="connsiteY2" fmla="*/ 13240 h 19050"/>
                <a:gd name="connsiteX3" fmla="*/ 7144 w 266700"/>
                <a:gd name="connsiteY3" fmla="*/ 13240 h 19050"/>
                <a:gd name="connsiteX4" fmla="*/ 13240 w 266700"/>
                <a:gd name="connsiteY4" fmla="*/ 7144 h 19050"/>
                <a:gd name="connsiteX5" fmla="*/ 261271 w 266700"/>
                <a:gd name="connsiteY5" fmla="*/ 7144 h 19050"/>
                <a:gd name="connsiteX6" fmla="*/ 267367 w 266700"/>
                <a:gd name="connsiteY6" fmla="*/ 13240 h 19050"/>
                <a:gd name="connsiteX7" fmla="*/ 267367 w 266700"/>
                <a:gd name="connsiteY7" fmla="*/ 13240 h 19050"/>
                <a:gd name="connsiteX8" fmla="*/ 261271 w 266700"/>
                <a:gd name="connsiteY8" fmla="*/ 1933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61271" y="19336"/>
                  </a:moveTo>
                  <a:lnTo>
                    <a:pt x="13240" y="19336"/>
                  </a:lnTo>
                  <a:cubicBezTo>
                    <a:pt x="9811" y="19336"/>
                    <a:pt x="7144" y="16573"/>
                    <a:pt x="7144" y="13240"/>
                  </a:cubicBezTo>
                  <a:lnTo>
                    <a:pt x="7144" y="13240"/>
                  </a:lnTo>
                  <a:cubicBezTo>
                    <a:pt x="7144" y="9811"/>
                    <a:pt x="9906" y="7144"/>
                    <a:pt x="13240" y="7144"/>
                  </a:cubicBezTo>
                  <a:lnTo>
                    <a:pt x="261271" y="7144"/>
                  </a:lnTo>
                  <a:cubicBezTo>
                    <a:pt x="264700" y="7144"/>
                    <a:pt x="267367" y="9906"/>
                    <a:pt x="267367" y="13240"/>
                  </a:cubicBezTo>
                  <a:lnTo>
                    <a:pt x="267367" y="13240"/>
                  </a:lnTo>
                  <a:cubicBezTo>
                    <a:pt x="267462" y="16573"/>
                    <a:pt x="264700" y="19336"/>
                    <a:pt x="261271" y="1933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任意多边形: 形状 27"/>
            <p:cNvSpPr/>
            <p:nvPr>
              <p:custDataLst>
                <p:tags r:id="rId25"/>
              </p:custDataLst>
            </p:nvPr>
          </p:nvSpPr>
          <p:spPr>
            <a:xfrm>
              <a:off x="6810851" y="3162871"/>
              <a:ext cx="209550" cy="19050"/>
            </a:xfrm>
            <a:custGeom>
              <a:avLst/>
              <a:gdLst>
                <a:gd name="connsiteX0" fmla="*/ 199644 w 209550"/>
                <a:gd name="connsiteY0" fmla="*/ 19336 h 19050"/>
                <a:gd name="connsiteX1" fmla="*/ 13240 w 209550"/>
                <a:gd name="connsiteY1" fmla="*/ 19336 h 19050"/>
                <a:gd name="connsiteX2" fmla="*/ 7144 w 209550"/>
                <a:gd name="connsiteY2" fmla="*/ 13240 h 19050"/>
                <a:gd name="connsiteX3" fmla="*/ 7144 w 209550"/>
                <a:gd name="connsiteY3" fmla="*/ 13240 h 19050"/>
                <a:gd name="connsiteX4" fmla="*/ 13240 w 209550"/>
                <a:gd name="connsiteY4" fmla="*/ 7144 h 19050"/>
                <a:gd name="connsiteX5" fmla="*/ 199644 w 209550"/>
                <a:gd name="connsiteY5" fmla="*/ 7144 h 19050"/>
                <a:gd name="connsiteX6" fmla="*/ 205740 w 209550"/>
                <a:gd name="connsiteY6" fmla="*/ 13240 h 19050"/>
                <a:gd name="connsiteX7" fmla="*/ 205740 w 209550"/>
                <a:gd name="connsiteY7" fmla="*/ 13240 h 19050"/>
                <a:gd name="connsiteX8" fmla="*/ 199644 w 209550"/>
                <a:gd name="connsiteY8" fmla="*/ 1933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550" h="19050">
                  <a:moveTo>
                    <a:pt x="199644" y="19336"/>
                  </a:moveTo>
                  <a:lnTo>
                    <a:pt x="13240" y="19336"/>
                  </a:lnTo>
                  <a:cubicBezTo>
                    <a:pt x="9811" y="19336"/>
                    <a:pt x="7144" y="16574"/>
                    <a:pt x="7144" y="13240"/>
                  </a:cubicBezTo>
                  <a:lnTo>
                    <a:pt x="7144" y="13240"/>
                  </a:lnTo>
                  <a:cubicBezTo>
                    <a:pt x="7144" y="9811"/>
                    <a:pt x="9906" y="7144"/>
                    <a:pt x="13240" y="7144"/>
                  </a:cubicBezTo>
                  <a:lnTo>
                    <a:pt x="199644" y="7144"/>
                  </a:lnTo>
                  <a:cubicBezTo>
                    <a:pt x="203073" y="7144"/>
                    <a:pt x="205740" y="9906"/>
                    <a:pt x="205740" y="13240"/>
                  </a:cubicBezTo>
                  <a:lnTo>
                    <a:pt x="205740" y="13240"/>
                  </a:lnTo>
                  <a:cubicBezTo>
                    <a:pt x="205740" y="16574"/>
                    <a:pt x="202978" y="19336"/>
                    <a:pt x="199644" y="1933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/>
            <p:nvPr>
              <p:custDataLst>
                <p:tags r:id="rId26"/>
              </p:custDataLst>
            </p:nvPr>
          </p:nvSpPr>
          <p:spPr>
            <a:xfrm>
              <a:off x="6579394" y="3333750"/>
              <a:ext cx="561975" cy="228600"/>
            </a:xfrm>
            <a:custGeom>
              <a:avLst/>
              <a:gdLst>
                <a:gd name="connsiteX0" fmla="*/ 517017 w 561975"/>
                <a:gd name="connsiteY0" fmla="*/ 226314 h 228600"/>
                <a:gd name="connsiteX1" fmla="*/ 51911 w 561975"/>
                <a:gd name="connsiteY1" fmla="*/ 226314 h 228600"/>
                <a:gd name="connsiteX2" fmla="*/ 7144 w 561975"/>
                <a:gd name="connsiteY2" fmla="*/ 181546 h 228600"/>
                <a:gd name="connsiteX3" fmla="*/ 7144 w 561975"/>
                <a:gd name="connsiteY3" fmla="*/ 51911 h 228600"/>
                <a:gd name="connsiteX4" fmla="*/ 51911 w 561975"/>
                <a:gd name="connsiteY4" fmla="*/ 7144 h 228600"/>
                <a:gd name="connsiteX5" fmla="*/ 517017 w 561975"/>
                <a:gd name="connsiteY5" fmla="*/ 7144 h 228600"/>
                <a:gd name="connsiteX6" fmla="*/ 561785 w 561975"/>
                <a:gd name="connsiteY6" fmla="*/ 51911 h 228600"/>
                <a:gd name="connsiteX7" fmla="*/ 561785 w 561975"/>
                <a:gd name="connsiteY7" fmla="*/ 181546 h 228600"/>
                <a:gd name="connsiteX8" fmla="*/ 517017 w 561975"/>
                <a:gd name="connsiteY8" fmla="*/ 22631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228600">
                  <a:moveTo>
                    <a:pt x="517017" y="226314"/>
                  </a:moveTo>
                  <a:lnTo>
                    <a:pt x="51911" y="226314"/>
                  </a:lnTo>
                  <a:cubicBezTo>
                    <a:pt x="27146" y="226314"/>
                    <a:pt x="7144" y="206216"/>
                    <a:pt x="7144" y="181546"/>
                  </a:cubicBezTo>
                  <a:lnTo>
                    <a:pt x="7144" y="51911"/>
                  </a:lnTo>
                  <a:cubicBezTo>
                    <a:pt x="7144" y="27146"/>
                    <a:pt x="27241" y="7144"/>
                    <a:pt x="51911" y="7144"/>
                  </a:cubicBezTo>
                  <a:lnTo>
                    <a:pt x="517017" y="7144"/>
                  </a:lnTo>
                  <a:cubicBezTo>
                    <a:pt x="541782" y="7144"/>
                    <a:pt x="561785" y="27242"/>
                    <a:pt x="561785" y="51911"/>
                  </a:cubicBezTo>
                  <a:lnTo>
                    <a:pt x="561785" y="181546"/>
                  </a:lnTo>
                  <a:cubicBezTo>
                    <a:pt x="561785" y="206312"/>
                    <a:pt x="541782" y="226314"/>
                    <a:pt x="517017" y="226314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任意多边形: 形状 29"/>
            <p:cNvSpPr/>
            <p:nvPr>
              <p:custDataLst>
                <p:tags r:id="rId27"/>
              </p:custDataLst>
            </p:nvPr>
          </p:nvSpPr>
          <p:spPr>
            <a:xfrm>
              <a:off x="6580251" y="3340322"/>
              <a:ext cx="561975" cy="219075"/>
            </a:xfrm>
            <a:custGeom>
              <a:avLst/>
              <a:gdLst>
                <a:gd name="connsiteX0" fmla="*/ 560927 w 561975"/>
                <a:gd name="connsiteY0" fmla="*/ 176879 h 219075"/>
                <a:gd name="connsiteX1" fmla="*/ 560927 w 561975"/>
                <a:gd name="connsiteY1" fmla="*/ 43339 h 219075"/>
                <a:gd name="connsiteX2" fmla="*/ 541020 w 561975"/>
                <a:gd name="connsiteY2" fmla="*/ 7144 h 219075"/>
                <a:gd name="connsiteX3" fmla="*/ 7144 w 561975"/>
                <a:gd name="connsiteY3" fmla="*/ 185642 h 219075"/>
                <a:gd name="connsiteX4" fmla="*/ 49054 w 561975"/>
                <a:gd name="connsiteY4" fmla="*/ 219742 h 219075"/>
                <a:gd name="connsiteX5" fmla="*/ 518065 w 561975"/>
                <a:gd name="connsiteY5" fmla="*/ 219742 h 219075"/>
                <a:gd name="connsiteX6" fmla="*/ 560927 w 561975"/>
                <a:gd name="connsiteY6" fmla="*/ 176879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1975" h="219075">
                  <a:moveTo>
                    <a:pt x="560927" y="176879"/>
                  </a:moveTo>
                  <a:lnTo>
                    <a:pt x="560927" y="43339"/>
                  </a:lnTo>
                  <a:cubicBezTo>
                    <a:pt x="560927" y="28099"/>
                    <a:pt x="552926" y="14764"/>
                    <a:pt x="541020" y="7144"/>
                  </a:cubicBezTo>
                  <a:cubicBezTo>
                    <a:pt x="363950" y="134017"/>
                    <a:pt x="113729" y="173927"/>
                    <a:pt x="7144" y="185642"/>
                  </a:cubicBezTo>
                  <a:cubicBezTo>
                    <a:pt x="11239" y="205073"/>
                    <a:pt x="28385" y="219742"/>
                    <a:pt x="49054" y="219742"/>
                  </a:cubicBezTo>
                  <a:lnTo>
                    <a:pt x="518065" y="219742"/>
                  </a:lnTo>
                  <a:cubicBezTo>
                    <a:pt x="541782" y="219742"/>
                    <a:pt x="560927" y="200596"/>
                    <a:pt x="560927" y="176879"/>
                  </a:cubicBezTo>
                  <a:close/>
                </a:path>
              </a:pathLst>
            </a:custGeom>
            <a:solidFill>
              <a:srgbClr val="FFD9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任意多边形: 形状 30"/>
            <p:cNvSpPr/>
            <p:nvPr>
              <p:custDataLst>
                <p:tags r:id="rId28"/>
              </p:custDataLst>
            </p:nvPr>
          </p:nvSpPr>
          <p:spPr>
            <a:xfrm>
              <a:off x="6627019" y="3380613"/>
              <a:ext cx="133350" cy="133350"/>
            </a:xfrm>
            <a:custGeom>
              <a:avLst/>
              <a:gdLst>
                <a:gd name="connsiteX0" fmla="*/ 135160 w 133350"/>
                <a:gd name="connsiteY0" fmla="*/ 71152 h 133350"/>
                <a:gd name="connsiteX1" fmla="*/ 71152 w 133350"/>
                <a:gd name="connsiteY1" fmla="*/ 135160 h 133350"/>
                <a:gd name="connsiteX2" fmla="*/ 7144 w 133350"/>
                <a:gd name="connsiteY2" fmla="*/ 71152 h 133350"/>
                <a:gd name="connsiteX3" fmla="*/ 71152 w 133350"/>
                <a:gd name="connsiteY3" fmla="*/ 7144 h 133350"/>
                <a:gd name="connsiteX4" fmla="*/ 135160 w 133350"/>
                <a:gd name="connsiteY4" fmla="*/ 7115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5160" y="71152"/>
                  </a:moveTo>
                  <a:cubicBezTo>
                    <a:pt x="135160" y="106490"/>
                    <a:pt x="106489" y="135160"/>
                    <a:pt x="71152" y="135160"/>
                  </a:cubicBezTo>
                  <a:cubicBezTo>
                    <a:pt x="35814" y="135160"/>
                    <a:pt x="7144" y="106490"/>
                    <a:pt x="7144" y="71152"/>
                  </a:cubicBezTo>
                  <a:cubicBezTo>
                    <a:pt x="7144" y="35814"/>
                    <a:pt x="35814" y="7144"/>
                    <a:pt x="71152" y="7144"/>
                  </a:cubicBezTo>
                  <a:cubicBezTo>
                    <a:pt x="106489" y="7144"/>
                    <a:pt x="135160" y="35719"/>
                    <a:pt x="135160" y="7115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任意多边形: 形状 31"/>
            <p:cNvSpPr/>
            <p:nvPr>
              <p:custDataLst>
                <p:tags r:id="rId29"/>
              </p:custDataLst>
            </p:nvPr>
          </p:nvSpPr>
          <p:spPr>
            <a:xfrm>
              <a:off x="6810851" y="3401758"/>
              <a:ext cx="266700" cy="19050"/>
            </a:xfrm>
            <a:custGeom>
              <a:avLst/>
              <a:gdLst>
                <a:gd name="connsiteX0" fmla="*/ 261271 w 266700"/>
                <a:gd name="connsiteY0" fmla="*/ 19336 h 19050"/>
                <a:gd name="connsiteX1" fmla="*/ 13240 w 266700"/>
                <a:gd name="connsiteY1" fmla="*/ 19336 h 19050"/>
                <a:gd name="connsiteX2" fmla="*/ 7144 w 266700"/>
                <a:gd name="connsiteY2" fmla="*/ 13240 h 19050"/>
                <a:gd name="connsiteX3" fmla="*/ 7144 w 266700"/>
                <a:gd name="connsiteY3" fmla="*/ 13240 h 19050"/>
                <a:gd name="connsiteX4" fmla="*/ 13240 w 266700"/>
                <a:gd name="connsiteY4" fmla="*/ 7144 h 19050"/>
                <a:gd name="connsiteX5" fmla="*/ 261271 w 266700"/>
                <a:gd name="connsiteY5" fmla="*/ 7144 h 19050"/>
                <a:gd name="connsiteX6" fmla="*/ 267367 w 266700"/>
                <a:gd name="connsiteY6" fmla="*/ 13240 h 19050"/>
                <a:gd name="connsiteX7" fmla="*/ 267367 w 266700"/>
                <a:gd name="connsiteY7" fmla="*/ 13240 h 19050"/>
                <a:gd name="connsiteX8" fmla="*/ 261271 w 266700"/>
                <a:gd name="connsiteY8" fmla="*/ 1933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61271" y="19336"/>
                  </a:moveTo>
                  <a:lnTo>
                    <a:pt x="13240" y="19336"/>
                  </a:lnTo>
                  <a:cubicBezTo>
                    <a:pt x="9811" y="19336"/>
                    <a:pt x="7144" y="16574"/>
                    <a:pt x="7144" y="13240"/>
                  </a:cubicBezTo>
                  <a:lnTo>
                    <a:pt x="7144" y="13240"/>
                  </a:lnTo>
                  <a:cubicBezTo>
                    <a:pt x="7144" y="9811"/>
                    <a:pt x="9906" y="7144"/>
                    <a:pt x="13240" y="7144"/>
                  </a:cubicBezTo>
                  <a:lnTo>
                    <a:pt x="261271" y="7144"/>
                  </a:lnTo>
                  <a:cubicBezTo>
                    <a:pt x="264700" y="7144"/>
                    <a:pt x="267367" y="9906"/>
                    <a:pt x="267367" y="13240"/>
                  </a:cubicBezTo>
                  <a:lnTo>
                    <a:pt x="267367" y="13240"/>
                  </a:lnTo>
                  <a:cubicBezTo>
                    <a:pt x="267462" y="16574"/>
                    <a:pt x="264700" y="19336"/>
                    <a:pt x="261271" y="1933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任意多边形: 形状 32"/>
            <p:cNvSpPr/>
            <p:nvPr>
              <p:custDataLst>
                <p:tags r:id="rId30"/>
              </p:custDataLst>
            </p:nvPr>
          </p:nvSpPr>
          <p:spPr>
            <a:xfrm>
              <a:off x="6810851" y="3443383"/>
              <a:ext cx="266700" cy="19050"/>
            </a:xfrm>
            <a:custGeom>
              <a:avLst/>
              <a:gdLst>
                <a:gd name="connsiteX0" fmla="*/ 261271 w 266700"/>
                <a:gd name="connsiteY0" fmla="*/ 19336 h 19050"/>
                <a:gd name="connsiteX1" fmla="*/ 13240 w 266700"/>
                <a:gd name="connsiteY1" fmla="*/ 19336 h 19050"/>
                <a:gd name="connsiteX2" fmla="*/ 7144 w 266700"/>
                <a:gd name="connsiteY2" fmla="*/ 13240 h 19050"/>
                <a:gd name="connsiteX3" fmla="*/ 7144 w 266700"/>
                <a:gd name="connsiteY3" fmla="*/ 13240 h 19050"/>
                <a:gd name="connsiteX4" fmla="*/ 13240 w 266700"/>
                <a:gd name="connsiteY4" fmla="*/ 7144 h 19050"/>
                <a:gd name="connsiteX5" fmla="*/ 261271 w 266700"/>
                <a:gd name="connsiteY5" fmla="*/ 7144 h 19050"/>
                <a:gd name="connsiteX6" fmla="*/ 267367 w 266700"/>
                <a:gd name="connsiteY6" fmla="*/ 13240 h 19050"/>
                <a:gd name="connsiteX7" fmla="*/ 267367 w 266700"/>
                <a:gd name="connsiteY7" fmla="*/ 13240 h 19050"/>
                <a:gd name="connsiteX8" fmla="*/ 261271 w 266700"/>
                <a:gd name="connsiteY8" fmla="*/ 1933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61271" y="19336"/>
                  </a:moveTo>
                  <a:lnTo>
                    <a:pt x="13240" y="19336"/>
                  </a:lnTo>
                  <a:cubicBezTo>
                    <a:pt x="9811" y="19336"/>
                    <a:pt x="7144" y="16574"/>
                    <a:pt x="7144" y="13240"/>
                  </a:cubicBezTo>
                  <a:lnTo>
                    <a:pt x="7144" y="13240"/>
                  </a:lnTo>
                  <a:cubicBezTo>
                    <a:pt x="7144" y="9811"/>
                    <a:pt x="9906" y="7144"/>
                    <a:pt x="13240" y="7144"/>
                  </a:cubicBezTo>
                  <a:lnTo>
                    <a:pt x="261271" y="7144"/>
                  </a:lnTo>
                  <a:cubicBezTo>
                    <a:pt x="264700" y="7144"/>
                    <a:pt x="267367" y="9906"/>
                    <a:pt x="267367" y="13240"/>
                  </a:cubicBezTo>
                  <a:lnTo>
                    <a:pt x="267367" y="13240"/>
                  </a:lnTo>
                  <a:cubicBezTo>
                    <a:pt x="267462" y="16574"/>
                    <a:pt x="264700" y="19336"/>
                    <a:pt x="261271" y="1933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/>
            <p:nvPr>
              <p:custDataLst>
                <p:tags r:id="rId31"/>
              </p:custDataLst>
            </p:nvPr>
          </p:nvSpPr>
          <p:spPr>
            <a:xfrm>
              <a:off x="6810851" y="3485007"/>
              <a:ext cx="209550" cy="19050"/>
            </a:xfrm>
            <a:custGeom>
              <a:avLst/>
              <a:gdLst>
                <a:gd name="connsiteX0" fmla="*/ 199644 w 209550"/>
                <a:gd name="connsiteY0" fmla="*/ 19336 h 19050"/>
                <a:gd name="connsiteX1" fmla="*/ 13240 w 209550"/>
                <a:gd name="connsiteY1" fmla="*/ 19336 h 19050"/>
                <a:gd name="connsiteX2" fmla="*/ 7144 w 209550"/>
                <a:gd name="connsiteY2" fmla="*/ 13240 h 19050"/>
                <a:gd name="connsiteX3" fmla="*/ 7144 w 209550"/>
                <a:gd name="connsiteY3" fmla="*/ 13240 h 19050"/>
                <a:gd name="connsiteX4" fmla="*/ 13240 w 209550"/>
                <a:gd name="connsiteY4" fmla="*/ 7144 h 19050"/>
                <a:gd name="connsiteX5" fmla="*/ 199644 w 209550"/>
                <a:gd name="connsiteY5" fmla="*/ 7144 h 19050"/>
                <a:gd name="connsiteX6" fmla="*/ 205740 w 209550"/>
                <a:gd name="connsiteY6" fmla="*/ 13240 h 19050"/>
                <a:gd name="connsiteX7" fmla="*/ 205740 w 209550"/>
                <a:gd name="connsiteY7" fmla="*/ 13240 h 19050"/>
                <a:gd name="connsiteX8" fmla="*/ 199644 w 209550"/>
                <a:gd name="connsiteY8" fmla="*/ 1933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550" h="19050">
                  <a:moveTo>
                    <a:pt x="199644" y="19336"/>
                  </a:moveTo>
                  <a:lnTo>
                    <a:pt x="13240" y="19336"/>
                  </a:lnTo>
                  <a:cubicBezTo>
                    <a:pt x="9811" y="19336"/>
                    <a:pt x="7144" y="16573"/>
                    <a:pt x="7144" y="13240"/>
                  </a:cubicBezTo>
                  <a:lnTo>
                    <a:pt x="7144" y="13240"/>
                  </a:lnTo>
                  <a:cubicBezTo>
                    <a:pt x="7144" y="9811"/>
                    <a:pt x="9906" y="7144"/>
                    <a:pt x="13240" y="7144"/>
                  </a:cubicBezTo>
                  <a:lnTo>
                    <a:pt x="199644" y="7144"/>
                  </a:lnTo>
                  <a:cubicBezTo>
                    <a:pt x="203073" y="7144"/>
                    <a:pt x="205740" y="9906"/>
                    <a:pt x="205740" y="13240"/>
                  </a:cubicBezTo>
                  <a:lnTo>
                    <a:pt x="205740" y="13240"/>
                  </a:lnTo>
                  <a:cubicBezTo>
                    <a:pt x="205740" y="16573"/>
                    <a:pt x="202978" y="19336"/>
                    <a:pt x="199644" y="1933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/>
            <p:nvPr>
              <p:custDataLst>
                <p:tags r:id="rId32"/>
              </p:custDataLst>
            </p:nvPr>
          </p:nvSpPr>
          <p:spPr>
            <a:xfrm>
              <a:off x="7415403" y="3941636"/>
              <a:ext cx="561975" cy="228600"/>
            </a:xfrm>
            <a:custGeom>
              <a:avLst/>
              <a:gdLst>
                <a:gd name="connsiteX0" fmla="*/ 517017 w 561975"/>
                <a:gd name="connsiteY0" fmla="*/ 226314 h 228600"/>
                <a:gd name="connsiteX1" fmla="*/ 51911 w 561975"/>
                <a:gd name="connsiteY1" fmla="*/ 226314 h 228600"/>
                <a:gd name="connsiteX2" fmla="*/ 7144 w 561975"/>
                <a:gd name="connsiteY2" fmla="*/ 181546 h 228600"/>
                <a:gd name="connsiteX3" fmla="*/ 7144 w 561975"/>
                <a:gd name="connsiteY3" fmla="*/ 51911 h 228600"/>
                <a:gd name="connsiteX4" fmla="*/ 51911 w 561975"/>
                <a:gd name="connsiteY4" fmla="*/ 7144 h 228600"/>
                <a:gd name="connsiteX5" fmla="*/ 517017 w 561975"/>
                <a:gd name="connsiteY5" fmla="*/ 7144 h 228600"/>
                <a:gd name="connsiteX6" fmla="*/ 561784 w 561975"/>
                <a:gd name="connsiteY6" fmla="*/ 51911 h 228600"/>
                <a:gd name="connsiteX7" fmla="*/ 561784 w 561975"/>
                <a:gd name="connsiteY7" fmla="*/ 181546 h 228600"/>
                <a:gd name="connsiteX8" fmla="*/ 517017 w 561975"/>
                <a:gd name="connsiteY8" fmla="*/ 22631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228600">
                  <a:moveTo>
                    <a:pt x="517017" y="226314"/>
                  </a:moveTo>
                  <a:lnTo>
                    <a:pt x="51911" y="226314"/>
                  </a:lnTo>
                  <a:cubicBezTo>
                    <a:pt x="27146" y="226314"/>
                    <a:pt x="7144" y="206216"/>
                    <a:pt x="7144" y="181546"/>
                  </a:cubicBezTo>
                  <a:lnTo>
                    <a:pt x="7144" y="51911"/>
                  </a:lnTo>
                  <a:cubicBezTo>
                    <a:pt x="7144" y="27146"/>
                    <a:pt x="27241" y="7144"/>
                    <a:pt x="51911" y="7144"/>
                  </a:cubicBezTo>
                  <a:lnTo>
                    <a:pt x="517017" y="7144"/>
                  </a:lnTo>
                  <a:cubicBezTo>
                    <a:pt x="541782" y="7144"/>
                    <a:pt x="561784" y="27241"/>
                    <a:pt x="561784" y="51911"/>
                  </a:cubicBezTo>
                  <a:lnTo>
                    <a:pt x="561784" y="181546"/>
                  </a:lnTo>
                  <a:cubicBezTo>
                    <a:pt x="561880" y="206312"/>
                    <a:pt x="541782" y="226314"/>
                    <a:pt x="517017" y="226314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任意多边形: 形状 35"/>
            <p:cNvSpPr/>
            <p:nvPr>
              <p:custDataLst>
                <p:tags r:id="rId33"/>
              </p:custDataLst>
            </p:nvPr>
          </p:nvSpPr>
          <p:spPr>
            <a:xfrm>
              <a:off x="7416355" y="3948208"/>
              <a:ext cx="561975" cy="219075"/>
            </a:xfrm>
            <a:custGeom>
              <a:avLst/>
              <a:gdLst>
                <a:gd name="connsiteX0" fmla="*/ 560927 w 561975"/>
                <a:gd name="connsiteY0" fmla="*/ 176879 h 219075"/>
                <a:gd name="connsiteX1" fmla="*/ 560927 w 561975"/>
                <a:gd name="connsiteY1" fmla="*/ 43339 h 219075"/>
                <a:gd name="connsiteX2" fmla="*/ 541020 w 561975"/>
                <a:gd name="connsiteY2" fmla="*/ 7144 h 219075"/>
                <a:gd name="connsiteX3" fmla="*/ 7144 w 561975"/>
                <a:gd name="connsiteY3" fmla="*/ 185642 h 219075"/>
                <a:gd name="connsiteX4" fmla="*/ 49054 w 561975"/>
                <a:gd name="connsiteY4" fmla="*/ 219742 h 219075"/>
                <a:gd name="connsiteX5" fmla="*/ 518065 w 561975"/>
                <a:gd name="connsiteY5" fmla="*/ 219742 h 219075"/>
                <a:gd name="connsiteX6" fmla="*/ 560927 w 561975"/>
                <a:gd name="connsiteY6" fmla="*/ 176879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1975" h="219075">
                  <a:moveTo>
                    <a:pt x="560927" y="176879"/>
                  </a:moveTo>
                  <a:lnTo>
                    <a:pt x="560927" y="43339"/>
                  </a:lnTo>
                  <a:cubicBezTo>
                    <a:pt x="560927" y="28099"/>
                    <a:pt x="552926" y="14764"/>
                    <a:pt x="541020" y="7144"/>
                  </a:cubicBezTo>
                  <a:cubicBezTo>
                    <a:pt x="363950" y="134017"/>
                    <a:pt x="113729" y="173926"/>
                    <a:pt x="7144" y="185642"/>
                  </a:cubicBezTo>
                  <a:cubicBezTo>
                    <a:pt x="11239" y="205073"/>
                    <a:pt x="28384" y="219742"/>
                    <a:pt x="49054" y="219742"/>
                  </a:cubicBezTo>
                  <a:lnTo>
                    <a:pt x="518065" y="219742"/>
                  </a:lnTo>
                  <a:cubicBezTo>
                    <a:pt x="541687" y="219742"/>
                    <a:pt x="560927" y="200596"/>
                    <a:pt x="560927" y="176879"/>
                  </a:cubicBezTo>
                  <a:close/>
                </a:path>
              </a:pathLst>
            </a:custGeom>
            <a:solidFill>
              <a:srgbClr val="FFD98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任意多边形: 形状 36"/>
            <p:cNvSpPr/>
            <p:nvPr>
              <p:custDataLst>
                <p:tags r:id="rId34"/>
              </p:custDataLst>
            </p:nvPr>
          </p:nvSpPr>
          <p:spPr>
            <a:xfrm>
              <a:off x="7463123" y="3988498"/>
              <a:ext cx="133350" cy="133350"/>
            </a:xfrm>
            <a:custGeom>
              <a:avLst/>
              <a:gdLst>
                <a:gd name="connsiteX0" fmla="*/ 135159 w 133350"/>
                <a:gd name="connsiteY0" fmla="*/ 71152 h 133350"/>
                <a:gd name="connsiteX1" fmla="*/ 71152 w 133350"/>
                <a:gd name="connsiteY1" fmla="*/ 135160 h 133350"/>
                <a:gd name="connsiteX2" fmla="*/ 7144 w 133350"/>
                <a:gd name="connsiteY2" fmla="*/ 71152 h 133350"/>
                <a:gd name="connsiteX3" fmla="*/ 71152 w 133350"/>
                <a:gd name="connsiteY3" fmla="*/ 7144 h 133350"/>
                <a:gd name="connsiteX4" fmla="*/ 135159 w 133350"/>
                <a:gd name="connsiteY4" fmla="*/ 7115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5159" y="71152"/>
                  </a:moveTo>
                  <a:cubicBezTo>
                    <a:pt x="135159" y="106502"/>
                    <a:pt x="106502" y="135160"/>
                    <a:pt x="71152" y="135160"/>
                  </a:cubicBezTo>
                  <a:cubicBezTo>
                    <a:pt x="35801" y="135160"/>
                    <a:pt x="7144" y="106502"/>
                    <a:pt x="7144" y="71152"/>
                  </a:cubicBezTo>
                  <a:cubicBezTo>
                    <a:pt x="7144" y="35801"/>
                    <a:pt x="35802" y="7144"/>
                    <a:pt x="71152" y="7144"/>
                  </a:cubicBezTo>
                  <a:cubicBezTo>
                    <a:pt x="106503" y="7144"/>
                    <a:pt x="135159" y="35801"/>
                    <a:pt x="135159" y="7115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任意多边形: 形状 37"/>
            <p:cNvSpPr/>
            <p:nvPr>
              <p:custDataLst>
                <p:tags r:id="rId35"/>
              </p:custDataLst>
            </p:nvPr>
          </p:nvSpPr>
          <p:spPr>
            <a:xfrm>
              <a:off x="7646956" y="4009644"/>
              <a:ext cx="266700" cy="19050"/>
            </a:xfrm>
            <a:custGeom>
              <a:avLst/>
              <a:gdLst>
                <a:gd name="connsiteX0" fmla="*/ 261271 w 266700"/>
                <a:gd name="connsiteY0" fmla="*/ 19336 h 19050"/>
                <a:gd name="connsiteX1" fmla="*/ 13239 w 266700"/>
                <a:gd name="connsiteY1" fmla="*/ 19336 h 19050"/>
                <a:gd name="connsiteX2" fmla="*/ 7144 w 266700"/>
                <a:gd name="connsiteY2" fmla="*/ 13240 h 19050"/>
                <a:gd name="connsiteX3" fmla="*/ 7144 w 266700"/>
                <a:gd name="connsiteY3" fmla="*/ 13240 h 19050"/>
                <a:gd name="connsiteX4" fmla="*/ 13239 w 266700"/>
                <a:gd name="connsiteY4" fmla="*/ 7144 h 19050"/>
                <a:gd name="connsiteX5" fmla="*/ 261271 w 266700"/>
                <a:gd name="connsiteY5" fmla="*/ 7144 h 19050"/>
                <a:gd name="connsiteX6" fmla="*/ 267367 w 266700"/>
                <a:gd name="connsiteY6" fmla="*/ 13240 h 19050"/>
                <a:gd name="connsiteX7" fmla="*/ 267367 w 266700"/>
                <a:gd name="connsiteY7" fmla="*/ 13240 h 19050"/>
                <a:gd name="connsiteX8" fmla="*/ 261271 w 266700"/>
                <a:gd name="connsiteY8" fmla="*/ 1933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61271" y="19336"/>
                  </a:moveTo>
                  <a:lnTo>
                    <a:pt x="13239" y="19336"/>
                  </a:lnTo>
                  <a:cubicBezTo>
                    <a:pt x="9810" y="19336"/>
                    <a:pt x="7144" y="16574"/>
                    <a:pt x="7144" y="13240"/>
                  </a:cubicBezTo>
                  <a:lnTo>
                    <a:pt x="7144" y="13240"/>
                  </a:lnTo>
                  <a:cubicBezTo>
                    <a:pt x="7144" y="9811"/>
                    <a:pt x="9906" y="7144"/>
                    <a:pt x="13239" y="7144"/>
                  </a:cubicBezTo>
                  <a:lnTo>
                    <a:pt x="261271" y="7144"/>
                  </a:lnTo>
                  <a:cubicBezTo>
                    <a:pt x="264700" y="7144"/>
                    <a:pt x="267367" y="9906"/>
                    <a:pt x="267367" y="13240"/>
                  </a:cubicBezTo>
                  <a:lnTo>
                    <a:pt x="267367" y="13240"/>
                  </a:lnTo>
                  <a:cubicBezTo>
                    <a:pt x="267462" y="16574"/>
                    <a:pt x="264700" y="19336"/>
                    <a:pt x="261271" y="1933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任意多边形: 形状 38"/>
            <p:cNvSpPr/>
            <p:nvPr>
              <p:custDataLst>
                <p:tags r:id="rId36"/>
              </p:custDataLst>
            </p:nvPr>
          </p:nvSpPr>
          <p:spPr>
            <a:xfrm>
              <a:off x="7646956" y="4051268"/>
              <a:ext cx="266700" cy="19050"/>
            </a:xfrm>
            <a:custGeom>
              <a:avLst/>
              <a:gdLst>
                <a:gd name="connsiteX0" fmla="*/ 261271 w 266700"/>
                <a:gd name="connsiteY0" fmla="*/ 19336 h 19050"/>
                <a:gd name="connsiteX1" fmla="*/ 13239 w 266700"/>
                <a:gd name="connsiteY1" fmla="*/ 19336 h 19050"/>
                <a:gd name="connsiteX2" fmla="*/ 7144 w 266700"/>
                <a:gd name="connsiteY2" fmla="*/ 13240 h 19050"/>
                <a:gd name="connsiteX3" fmla="*/ 7144 w 266700"/>
                <a:gd name="connsiteY3" fmla="*/ 13240 h 19050"/>
                <a:gd name="connsiteX4" fmla="*/ 13239 w 266700"/>
                <a:gd name="connsiteY4" fmla="*/ 7144 h 19050"/>
                <a:gd name="connsiteX5" fmla="*/ 261271 w 266700"/>
                <a:gd name="connsiteY5" fmla="*/ 7144 h 19050"/>
                <a:gd name="connsiteX6" fmla="*/ 267367 w 266700"/>
                <a:gd name="connsiteY6" fmla="*/ 13240 h 19050"/>
                <a:gd name="connsiteX7" fmla="*/ 267367 w 266700"/>
                <a:gd name="connsiteY7" fmla="*/ 13240 h 19050"/>
                <a:gd name="connsiteX8" fmla="*/ 261271 w 266700"/>
                <a:gd name="connsiteY8" fmla="*/ 1933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61271" y="19336"/>
                  </a:moveTo>
                  <a:lnTo>
                    <a:pt x="13239" y="19336"/>
                  </a:lnTo>
                  <a:cubicBezTo>
                    <a:pt x="9810" y="19336"/>
                    <a:pt x="7144" y="16574"/>
                    <a:pt x="7144" y="13240"/>
                  </a:cubicBezTo>
                  <a:lnTo>
                    <a:pt x="7144" y="13240"/>
                  </a:lnTo>
                  <a:cubicBezTo>
                    <a:pt x="7144" y="9811"/>
                    <a:pt x="9906" y="7144"/>
                    <a:pt x="13239" y="7144"/>
                  </a:cubicBezTo>
                  <a:lnTo>
                    <a:pt x="261271" y="7144"/>
                  </a:lnTo>
                  <a:cubicBezTo>
                    <a:pt x="264700" y="7144"/>
                    <a:pt x="267367" y="9906"/>
                    <a:pt x="267367" y="13240"/>
                  </a:cubicBezTo>
                  <a:lnTo>
                    <a:pt x="267367" y="13240"/>
                  </a:lnTo>
                  <a:cubicBezTo>
                    <a:pt x="267462" y="16574"/>
                    <a:pt x="264700" y="19336"/>
                    <a:pt x="261271" y="1933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任意多边形: 形状 39"/>
            <p:cNvSpPr/>
            <p:nvPr>
              <p:custDataLst>
                <p:tags r:id="rId37"/>
              </p:custDataLst>
            </p:nvPr>
          </p:nvSpPr>
          <p:spPr>
            <a:xfrm>
              <a:off x="7646861" y="4092893"/>
              <a:ext cx="209550" cy="19050"/>
            </a:xfrm>
            <a:custGeom>
              <a:avLst/>
              <a:gdLst>
                <a:gd name="connsiteX0" fmla="*/ 199644 w 209550"/>
                <a:gd name="connsiteY0" fmla="*/ 19336 h 19050"/>
                <a:gd name="connsiteX1" fmla="*/ 13240 w 209550"/>
                <a:gd name="connsiteY1" fmla="*/ 19336 h 19050"/>
                <a:gd name="connsiteX2" fmla="*/ 7144 w 209550"/>
                <a:gd name="connsiteY2" fmla="*/ 13240 h 19050"/>
                <a:gd name="connsiteX3" fmla="*/ 7144 w 209550"/>
                <a:gd name="connsiteY3" fmla="*/ 13240 h 19050"/>
                <a:gd name="connsiteX4" fmla="*/ 13240 w 209550"/>
                <a:gd name="connsiteY4" fmla="*/ 7144 h 19050"/>
                <a:gd name="connsiteX5" fmla="*/ 199644 w 209550"/>
                <a:gd name="connsiteY5" fmla="*/ 7144 h 19050"/>
                <a:gd name="connsiteX6" fmla="*/ 205740 w 209550"/>
                <a:gd name="connsiteY6" fmla="*/ 13240 h 19050"/>
                <a:gd name="connsiteX7" fmla="*/ 205740 w 209550"/>
                <a:gd name="connsiteY7" fmla="*/ 13240 h 19050"/>
                <a:gd name="connsiteX8" fmla="*/ 199644 w 209550"/>
                <a:gd name="connsiteY8" fmla="*/ 1933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550" h="19050">
                  <a:moveTo>
                    <a:pt x="199644" y="19336"/>
                  </a:moveTo>
                  <a:lnTo>
                    <a:pt x="13240" y="19336"/>
                  </a:lnTo>
                  <a:cubicBezTo>
                    <a:pt x="9810" y="19336"/>
                    <a:pt x="7144" y="16573"/>
                    <a:pt x="7144" y="13240"/>
                  </a:cubicBezTo>
                  <a:lnTo>
                    <a:pt x="7144" y="13240"/>
                  </a:lnTo>
                  <a:cubicBezTo>
                    <a:pt x="7144" y="9811"/>
                    <a:pt x="9906" y="7144"/>
                    <a:pt x="13240" y="7144"/>
                  </a:cubicBezTo>
                  <a:lnTo>
                    <a:pt x="199644" y="7144"/>
                  </a:lnTo>
                  <a:cubicBezTo>
                    <a:pt x="203073" y="7144"/>
                    <a:pt x="205740" y="9906"/>
                    <a:pt x="205740" y="13240"/>
                  </a:cubicBezTo>
                  <a:lnTo>
                    <a:pt x="205740" y="13240"/>
                  </a:lnTo>
                  <a:cubicBezTo>
                    <a:pt x="205835" y="16573"/>
                    <a:pt x="203073" y="19336"/>
                    <a:pt x="199644" y="1933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任意多边形: 形状 40"/>
            <p:cNvSpPr/>
            <p:nvPr>
              <p:custDataLst>
                <p:tags r:id="rId38"/>
              </p:custDataLst>
            </p:nvPr>
          </p:nvSpPr>
          <p:spPr>
            <a:xfrm>
              <a:off x="6784181" y="3915918"/>
              <a:ext cx="561975" cy="561975"/>
            </a:xfrm>
            <a:custGeom>
              <a:avLst/>
              <a:gdLst>
                <a:gd name="connsiteX0" fmla="*/ 508159 w 561975"/>
                <a:gd name="connsiteY0" fmla="*/ 558165 h 561975"/>
                <a:gd name="connsiteX1" fmla="*/ 60865 w 561975"/>
                <a:gd name="connsiteY1" fmla="*/ 558165 h 561975"/>
                <a:gd name="connsiteX2" fmla="*/ 7144 w 561975"/>
                <a:gd name="connsiteY2" fmla="*/ 504444 h 561975"/>
                <a:gd name="connsiteX3" fmla="*/ 7144 w 561975"/>
                <a:gd name="connsiteY3" fmla="*/ 60865 h 561975"/>
                <a:gd name="connsiteX4" fmla="*/ 60865 w 561975"/>
                <a:gd name="connsiteY4" fmla="*/ 7144 h 561975"/>
                <a:gd name="connsiteX5" fmla="*/ 508159 w 561975"/>
                <a:gd name="connsiteY5" fmla="*/ 7144 h 561975"/>
                <a:gd name="connsiteX6" fmla="*/ 561880 w 561975"/>
                <a:gd name="connsiteY6" fmla="*/ 60865 h 561975"/>
                <a:gd name="connsiteX7" fmla="*/ 561880 w 561975"/>
                <a:gd name="connsiteY7" fmla="*/ 504444 h 561975"/>
                <a:gd name="connsiteX8" fmla="*/ 508159 w 561975"/>
                <a:gd name="connsiteY8" fmla="*/ 558165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561975">
                  <a:moveTo>
                    <a:pt x="508159" y="558165"/>
                  </a:moveTo>
                  <a:lnTo>
                    <a:pt x="60865" y="558165"/>
                  </a:lnTo>
                  <a:cubicBezTo>
                    <a:pt x="31242" y="558165"/>
                    <a:pt x="7144" y="534067"/>
                    <a:pt x="7144" y="504444"/>
                  </a:cubicBezTo>
                  <a:lnTo>
                    <a:pt x="7144" y="60865"/>
                  </a:lnTo>
                  <a:cubicBezTo>
                    <a:pt x="7144" y="31242"/>
                    <a:pt x="31242" y="7144"/>
                    <a:pt x="60865" y="7144"/>
                  </a:cubicBezTo>
                  <a:lnTo>
                    <a:pt x="508159" y="7144"/>
                  </a:lnTo>
                  <a:cubicBezTo>
                    <a:pt x="537781" y="7144"/>
                    <a:pt x="561880" y="31242"/>
                    <a:pt x="561880" y="60865"/>
                  </a:cubicBezTo>
                  <a:lnTo>
                    <a:pt x="561880" y="504444"/>
                  </a:lnTo>
                  <a:cubicBezTo>
                    <a:pt x="561880" y="534162"/>
                    <a:pt x="537877" y="558165"/>
                    <a:pt x="508159" y="558165"/>
                  </a:cubicBezTo>
                  <a:close/>
                </a:path>
              </a:pathLst>
            </a:custGeom>
            <a:solidFill>
              <a:srgbClr val="A877B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任意多边形: 形状 41"/>
            <p:cNvSpPr/>
            <p:nvPr>
              <p:custDataLst>
                <p:tags r:id="rId39"/>
              </p:custDataLst>
            </p:nvPr>
          </p:nvSpPr>
          <p:spPr>
            <a:xfrm>
              <a:off x="6784277" y="3919633"/>
              <a:ext cx="561975" cy="552450"/>
            </a:xfrm>
            <a:custGeom>
              <a:avLst/>
              <a:gdLst>
                <a:gd name="connsiteX0" fmla="*/ 518922 w 561975"/>
                <a:gd name="connsiteY0" fmla="*/ 554450 h 552450"/>
                <a:gd name="connsiteX1" fmla="*/ 561784 w 561975"/>
                <a:gd name="connsiteY1" fmla="*/ 511588 h 552450"/>
                <a:gd name="connsiteX2" fmla="*/ 561784 w 561975"/>
                <a:gd name="connsiteY2" fmla="*/ 46291 h 552450"/>
                <a:gd name="connsiteX3" fmla="*/ 536353 w 561975"/>
                <a:gd name="connsiteY3" fmla="*/ 7144 h 552450"/>
                <a:gd name="connsiteX4" fmla="*/ 7144 w 561975"/>
                <a:gd name="connsiteY4" fmla="*/ 509968 h 552450"/>
                <a:gd name="connsiteX5" fmla="*/ 7144 w 561975"/>
                <a:gd name="connsiteY5" fmla="*/ 511588 h 552450"/>
                <a:gd name="connsiteX6" fmla="*/ 50006 w 561975"/>
                <a:gd name="connsiteY6" fmla="*/ 554450 h 552450"/>
                <a:gd name="connsiteX7" fmla="*/ 518922 w 561975"/>
                <a:gd name="connsiteY7" fmla="*/ 55445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1975" h="552450">
                  <a:moveTo>
                    <a:pt x="518922" y="554450"/>
                  </a:moveTo>
                  <a:cubicBezTo>
                    <a:pt x="542544" y="554450"/>
                    <a:pt x="561784" y="535305"/>
                    <a:pt x="561784" y="511588"/>
                  </a:cubicBezTo>
                  <a:lnTo>
                    <a:pt x="561784" y="46291"/>
                  </a:lnTo>
                  <a:cubicBezTo>
                    <a:pt x="561784" y="28861"/>
                    <a:pt x="551307" y="13811"/>
                    <a:pt x="536353" y="7144"/>
                  </a:cubicBezTo>
                  <a:cubicBezTo>
                    <a:pt x="343281" y="307276"/>
                    <a:pt x="132493" y="447961"/>
                    <a:pt x="7144" y="509968"/>
                  </a:cubicBezTo>
                  <a:lnTo>
                    <a:pt x="7144" y="511588"/>
                  </a:lnTo>
                  <a:cubicBezTo>
                    <a:pt x="7144" y="535210"/>
                    <a:pt x="26289" y="554450"/>
                    <a:pt x="50006" y="554450"/>
                  </a:cubicBezTo>
                  <a:lnTo>
                    <a:pt x="518922" y="554450"/>
                  </a:lnTo>
                  <a:close/>
                </a:path>
              </a:pathLst>
            </a:custGeom>
            <a:solidFill>
              <a:srgbClr val="B681C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40"/>
              </p:custDataLst>
            </p:nvPr>
          </p:nvSpPr>
          <p:spPr>
            <a:xfrm>
              <a:off x="6889909" y="4158615"/>
              <a:ext cx="123825" cy="114300"/>
            </a:xfrm>
            <a:custGeom>
              <a:avLst/>
              <a:gdLst>
                <a:gd name="connsiteX0" fmla="*/ 15621 w 123825"/>
                <a:gd name="connsiteY0" fmla="*/ 73533 h 114300"/>
                <a:gd name="connsiteX1" fmla="*/ 9430 w 123825"/>
                <a:gd name="connsiteY1" fmla="*/ 68008 h 114300"/>
                <a:gd name="connsiteX2" fmla="*/ 7144 w 123825"/>
                <a:gd name="connsiteY2" fmla="*/ 60103 h 114300"/>
                <a:gd name="connsiteX3" fmla="*/ 9715 w 123825"/>
                <a:gd name="connsiteY3" fmla="*/ 51816 h 114300"/>
                <a:gd name="connsiteX4" fmla="*/ 17431 w 123825"/>
                <a:gd name="connsiteY4" fmla="*/ 45815 h 114300"/>
                <a:gd name="connsiteX5" fmla="*/ 109633 w 123825"/>
                <a:gd name="connsiteY5" fmla="*/ 7620 h 114300"/>
                <a:gd name="connsiteX6" fmla="*/ 111633 w 123825"/>
                <a:gd name="connsiteY6" fmla="*/ 7144 h 114300"/>
                <a:gd name="connsiteX7" fmla="*/ 118586 w 123825"/>
                <a:gd name="connsiteY7" fmla="*/ 11430 h 114300"/>
                <a:gd name="connsiteX8" fmla="*/ 121729 w 123825"/>
                <a:gd name="connsiteY8" fmla="*/ 20193 h 114300"/>
                <a:gd name="connsiteX9" fmla="*/ 116776 w 123825"/>
                <a:gd name="connsiteY9" fmla="*/ 27813 h 114300"/>
                <a:gd name="connsiteX10" fmla="*/ 36957 w 123825"/>
                <a:gd name="connsiteY10" fmla="*/ 60198 h 114300"/>
                <a:gd name="connsiteX11" fmla="*/ 117062 w 123825"/>
                <a:gd name="connsiteY11" fmla="*/ 94107 h 114300"/>
                <a:gd name="connsiteX12" fmla="*/ 120872 w 123825"/>
                <a:gd name="connsiteY12" fmla="*/ 101155 h 114300"/>
                <a:gd name="connsiteX13" fmla="*/ 118110 w 123825"/>
                <a:gd name="connsiteY13" fmla="*/ 110109 h 114300"/>
                <a:gd name="connsiteX14" fmla="*/ 112014 w 123825"/>
                <a:gd name="connsiteY14" fmla="*/ 114395 h 114300"/>
                <a:gd name="connsiteX15" fmla="*/ 110109 w 123825"/>
                <a:gd name="connsiteY15" fmla="*/ 114014 h 114300"/>
                <a:gd name="connsiteX16" fmla="*/ 15621 w 123825"/>
                <a:gd name="connsiteY16" fmla="*/ 7353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825" h="114300">
                  <a:moveTo>
                    <a:pt x="15621" y="73533"/>
                  </a:moveTo>
                  <a:cubicBezTo>
                    <a:pt x="13049" y="72295"/>
                    <a:pt x="10954" y="70485"/>
                    <a:pt x="9430" y="68008"/>
                  </a:cubicBezTo>
                  <a:cubicBezTo>
                    <a:pt x="7906" y="65532"/>
                    <a:pt x="7144" y="62960"/>
                    <a:pt x="7144" y="60103"/>
                  </a:cubicBezTo>
                  <a:cubicBezTo>
                    <a:pt x="7144" y="57150"/>
                    <a:pt x="8001" y="54388"/>
                    <a:pt x="9715" y="51816"/>
                  </a:cubicBezTo>
                  <a:cubicBezTo>
                    <a:pt x="11430" y="49244"/>
                    <a:pt x="14002" y="47244"/>
                    <a:pt x="17431" y="45815"/>
                  </a:cubicBezTo>
                  <a:lnTo>
                    <a:pt x="109633" y="7620"/>
                  </a:lnTo>
                  <a:cubicBezTo>
                    <a:pt x="110585" y="7334"/>
                    <a:pt x="111252" y="7144"/>
                    <a:pt x="111633" y="7144"/>
                  </a:cubicBezTo>
                  <a:cubicBezTo>
                    <a:pt x="114109" y="7144"/>
                    <a:pt x="116396" y="8572"/>
                    <a:pt x="118586" y="11430"/>
                  </a:cubicBezTo>
                  <a:cubicBezTo>
                    <a:pt x="120682" y="14288"/>
                    <a:pt x="121729" y="17240"/>
                    <a:pt x="121729" y="20193"/>
                  </a:cubicBezTo>
                  <a:cubicBezTo>
                    <a:pt x="121729" y="23908"/>
                    <a:pt x="120110" y="26384"/>
                    <a:pt x="116776" y="27813"/>
                  </a:cubicBezTo>
                  <a:lnTo>
                    <a:pt x="36957" y="60198"/>
                  </a:lnTo>
                  <a:lnTo>
                    <a:pt x="117062" y="94107"/>
                  </a:lnTo>
                  <a:cubicBezTo>
                    <a:pt x="119634" y="95155"/>
                    <a:pt x="120872" y="97536"/>
                    <a:pt x="120872" y="101155"/>
                  </a:cubicBezTo>
                  <a:cubicBezTo>
                    <a:pt x="120872" y="104204"/>
                    <a:pt x="119920" y="107251"/>
                    <a:pt x="118110" y="110109"/>
                  </a:cubicBezTo>
                  <a:cubicBezTo>
                    <a:pt x="116300" y="112966"/>
                    <a:pt x="114300" y="114395"/>
                    <a:pt x="112014" y="114395"/>
                  </a:cubicBezTo>
                  <a:cubicBezTo>
                    <a:pt x="111442" y="114395"/>
                    <a:pt x="110776" y="114300"/>
                    <a:pt x="110109" y="114014"/>
                  </a:cubicBezTo>
                  <a:lnTo>
                    <a:pt x="15621" y="7353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任意多边形: 形状 43"/>
            <p:cNvSpPr/>
            <p:nvPr>
              <p:custDataLst>
                <p:tags r:id="rId41"/>
              </p:custDataLst>
            </p:nvPr>
          </p:nvSpPr>
          <p:spPr>
            <a:xfrm>
              <a:off x="7031450" y="4103751"/>
              <a:ext cx="85725" cy="190500"/>
            </a:xfrm>
            <a:custGeom>
              <a:avLst/>
              <a:gdLst>
                <a:gd name="connsiteX0" fmla="*/ 10287 w 85725"/>
                <a:gd name="connsiteY0" fmla="*/ 184499 h 190500"/>
                <a:gd name="connsiteX1" fmla="*/ 7144 w 85725"/>
                <a:gd name="connsiteY1" fmla="*/ 177546 h 190500"/>
                <a:gd name="connsiteX2" fmla="*/ 8192 w 85725"/>
                <a:gd name="connsiteY2" fmla="*/ 171736 h 190500"/>
                <a:gd name="connsiteX3" fmla="*/ 60770 w 85725"/>
                <a:gd name="connsiteY3" fmla="*/ 16097 h 190500"/>
                <a:gd name="connsiteX4" fmla="*/ 64770 w 85725"/>
                <a:gd name="connsiteY4" fmla="*/ 9525 h 190500"/>
                <a:gd name="connsiteX5" fmla="*/ 70771 w 85725"/>
                <a:gd name="connsiteY5" fmla="*/ 7144 h 190500"/>
                <a:gd name="connsiteX6" fmla="*/ 77915 w 85725"/>
                <a:gd name="connsiteY6" fmla="*/ 9811 h 190500"/>
                <a:gd name="connsiteX7" fmla="*/ 80963 w 85725"/>
                <a:gd name="connsiteY7" fmla="*/ 16859 h 190500"/>
                <a:gd name="connsiteX8" fmla="*/ 79915 w 85725"/>
                <a:gd name="connsiteY8" fmla="*/ 22574 h 190500"/>
                <a:gd name="connsiteX9" fmla="*/ 26670 w 85725"/>
                <a:gd name="connsiteY9" fmla="*/ 180118 h 190500"/>
                <a:gd name="connsiteX10" fmla="*/ 17336 w 85725"/>
                <a:gd name="connsiteY10" fmla="*/ 187071 h 190500"/>
                <a:gd name="connsiteX11" fmla="*/ 10287 w 85725"/>
                <a:gd name="connsiteY11" fmla="*/ 184499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5725" h="190500">
                  <a:moveTo>
                    <a:pt x="10287" y="184499"/>
                  </a:moveTo>
                  <a:cubicBezTo>
                    <a:pt x="8192" y="182785"/>
                    <a:pt x="7144" y="180499"/>
                    <a:pt x="7144" y="177546"/>
                  </a:cubicBezTo>
                  <a:cubicBezTo>
                    <a:pt x="7144" y="176117"/>
                    <a:pt x="7525" y="174212"/>
                    <a:pt x="8192" y="171736"/>
                  </a:cubicBezTo>
                  <a:lnTo>
                    <a:pt x="60770" y="16097"/>
                  </a:lnTo>
                  <a:cubicBezTo>
                    <a:pt x="61627" y="13335"/>
                    <a:pt x="62960" y="11144"/>
                    <a:pt x="64770" y="9525"/>
                  </a:cubicBezTo>
                  <a:cubicBezTo>
                    <a:pt x="66580" y="7906"/>
                    <a:pt x="68580" y="7144"/>
                    <a:pt x="70771" y="7144"/>
                  </a:cubicBezTo>
                  <a:cubicBezTo>
                    <a:pt x="73533" y="7144"/>
                    <a:pt x="75914" y="8001"/>
                    <a:pt x="77915" y="9811"/>
                  </a:cubicBezTo>
                  <a:cubicBezTo>
                    <a:pt x="79915" y="11621"/>
                    <a:pt x="80963" y="13906"/>
                    <a:pt x="80963" y="16859"/>
                  </a:cubicBezTo>
                  <a:cubicBezTo>
                    <a:pt x="80963" y="18479"/>
                    <a:pt x="80582" y="20288"/>
                    <a:pt x="79915" y="22574"/>
                  </a:cubicBezTo>
                  <a:lnTo>
                    <a:pt x="26670" y="180118"/>
                  </a:lnTo>
                  <a:cubicBezTo>
                    <a:pt x="25051" y="184690"/>
                    <a:pt x="22003" y="187071"/>
                    <a:pt x="17336" y="187071"/>
                  </a:cubicBezTo>
                  <a:cubicBezTo>
                    <a:pt x="14764" y="187071"/>
                    <a:pt x="12383" y="186214"/>
                    <a:pt x="10287" y="18449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任意多边形: 形状 44"/>
            <p:cNvSpPr/>
            <p:nvPr>
              <p:custDataLst>
                <p:tags r:id="rId42"/>
              </p:custDataLst>
            </p:nvPr>
          </p:nvSpPr>
          <p:spPr>
            <a:xfrm>
              <a:off x="7125367" y="4158615"/>
              <a:ext cx="123825" cy="114300"/>
            </a:xfrm>
            <a:custGeom>
              <a:avLst/>
              <a:gdLst>
                <a:gd name="connsiteX0" fmla="*/ 17050 w 123825"/>
                <a:gd name="connsiteY0" fmla="*/ 114395 h 114300"/>
                <a:gd name="connsiteX1" fmla="*/ 10858 w 123825"/>
                <a:gd name="connsiteY1" fmla="*/ 110109 h 114300"/>
                <a:gd name="connsiteX2" fmla="*/ 8096 w 123825"/>
                <a:gd name="connsiteY2" fmla="*/ 101155 h 114300"/>
                <a:gd name="connsiteX3" fmla="*/ 11906 w 123825"/>
                <a:gd name="connsiteY3" fmla="*/ 94107 h 114300"/>
                <a:gd name="connsiteX4" fmla="*/ 92012 w 123825"/>
                <a:gd name="connsiteY4" fmla="*/ 60198 h 114300"/>
                <a:gd name="connsiteX5" fmla="*/ 12287 w 123825"/>
                <a:gd name="connsiteY5" fmla="*/ 27813 h 114300"/>
                <a:gd name="connsiteX6" fmla="*/ 7144 w 123825"/>
                <a:gd name="connsiteY6" fmla="*/ 20193 h 114300"/>
                <a:gd name="connsiteX7" fmla="*/ 10287 w 123825"/>
                <a:gd name="connsiteY7" fmla="*/ 11430 h 114300"/>
                <a:gd name="connsiteX8" fmla="*/ 17240 w 123825"/>
                <a:gd name="connsiteY8" fmla="*/ 7144 h 114300"/>
                <a:gd name="connsiteX9" fmla="*/ 19240 w 123825"/>
                <a:gd name="connsiteY9" fmla="*/ 7620 h 114300"/>
                <a:gd name="connsiteX10" fmla="*/ 111442 w 123825"/>
                <a:gd name="connsiteY10" fmla="*/ 45815 h 114300"/>
                <a:gd name="connsiteX11" fmla="*/ 119253 w 123825"/>
                <a:gd name="connsiteY11" fmla="*/ 51816 h 114300"/>
                <a:gd name="connsiteX12" fmla="*/ 121825 w 123825"/>
                <a:gd name="connsiteY12" fmla="*/ 60103 h 114300"/>
                <a:gd name="connsiteX13" fmla="*/ 119539 w 123825"/>
                <a:gd name="connsiteY13" fmla="*/ 68008 h 114300"/>
                <a:gd name="connsiteX14" fmla="*/ 113347 w 123825"/>
                <a:gd name="connsiteY14" fmla="*/ 73438 h 114300"/>
                <a:gd name="connsiteX15" fmla="*/ 18955 w 123825"/>
                <a:gd name="connsiteY15" fmla="*/ 114014 h 114300"/>
                <a:gd name="connsiteX16" fmla="*/ 17050 w 123825"/>
                <a:gd name="connsiteY16" fmla="*/ 114395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3825" h="114300">
                  <a:moveTo>
                    <a:pt x="17050" y="114395"/>
                  </a:moveTo>
                  <a:cubicBezTo>
                    <a:pt x="14764" y="114395"/>
                    <a:pt x="12763" y="112966"/>
                    <a:pt x="10858" y="110109"/>
                  </a:cubicBezTo>
                  <a:cubicBezTo>
                    <a:pt x="9049" y="107251"/>
                    <a:pt x="8096" y="104299"/>
                    <a:pt x="8096" y="101155"/>
                  </a:cubicBezTo>
                  <a:cubicBezTo>
                    <a:pt x="8096" y="97536"/>
                    <a:pt x="9334" y="95155"/>
                    <a:pt x="11906" y="94107"/>
                  </a:cubicBezTo>
                  <a:lnTo>
                    <a:pt x="92012" y="60198"/>
                  </a:lnTo>
                  <a:lnTo>
                    <a:pt x="12287" y="27813"/>
                  </a:lnTo>
                  <a:cubicBezTo>
                    <a:pt x="8858" y="26479"/>
                    <a:pt x="7144" y="23908"/>
                    <a:pt x="7144" y="20193"/>
                  </a:cubicBezTo>
                  <a:cubicBezTo>
                    <a:pt x="7144" y="17145"/>
                    <a:pt x="8191" y="14288"/>
                    <a:pt x="10287" y="11430"/>
                  </a:cubicBezTo>
                  <a:cubicBezTo>
                    <a:pt x="12382" y="8572"/>
                    <a:pt x="14668" y="7144"/>
                    <a:pt x="17240" y="7144"/>
                  </a:cubicBezTo>
                  <a:cubicBezTo>
                    <a:pt x="17716" y="7144"/>
                    <a:pt x="18383" y="7334"/>
                    <a:pt x="19240" y="7620"/>
                  </a:cubicBezTo>
                  <a:lnTo>
                    <a:pt x="111442" y="45815"/>
                  </a:lnTo>
                  <a:cubicBezTo>
                    <a:pt x="114967" y="47244"/>
                    <a:pt x="117538" y="49244"/>
                    <a:pt x="119253" y="51816"/>
                  </a:cubicBezTo>
                  <a:cubicBezTo>
                    <a:pt x="120967" y="54388"/>
                    <a:pt x="121825" y="57150"/>
                    <a:pt x="121825" y="60103"/>
                  </a:cubicBezTo>
                  <a:cubicBezTo>
                    <a:pt x="121825" y="62865"/>
                    <a:pt x="121063" y="65532"/>
                    <a:pt x="119539" y="68008"/>
                  </a:cubicBezTo>
                  <a:cubicBezTo>
                    <a:pt x="118015" y="70485"/>
                    <a:pt x="115919" y="72295"/>
                    <a:pt x="113347" y="73438"/>
                  </a:cubicBezTo>
                  <a:lnTo>
                    <a:pt x="18955" y="114014"/>
                  </a:lnTo>
                  <a:cubicBezTo>
                    <a:pt x="18288" y="114300"/>
                    <a:pt x="17621" y="114395"/>
                    <a:pt x="17050" y="11439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任意多边形: 形状 45"/>
            <p:cNvSpPr/>
            <p:nvPr>
              <p:custDataLst>
                <p:tags r:id="rId43"/>
              </p:custDataLst>
            </p:nvPr>
          </p:nvSpPr>
          <p:spPr>
            <a:xfrm>
              <a:off x="6611493" y="2159508"/>
              <a:ext cx="228600" cy="285750"/>
            </a:xfrm>
            <a:custGeom>
              <a:avLst/>
              <a:gdLst>
                <a:gd name="connsiteX0" fmla="*/ 172021 w 228600"/>
                <a:gd name="connsiteY0" fmla="*/ 7144 h 285750"/>
                <a:gd name="connsiteX1" fmla="*/ 26289 w 228600"/>
                <a:gd name="connsiteY1" fmla="*/ 7144 h 285750"/>
                <a:gd name="connsiteX2" fmla="*/ 7144 w 228600"/>
                <a:gd name="connsiteY2" fmla="*/ 26289 h 285750"/>
                <a:gd name="connsiteX3" fmla="*/ 7144 w 228600"/>
                <a:gd name="connsiteY3" fmla="*/ 262223 h 285750"/>
                <a:gd name="connsiteX4" fmla="*/ 26289 w 228600"/>
                <a:gd name="connsiteY4" fmla="*/ 281368 h 285750"/>
                <a:gd name="connsiteX5" fmla="*/ 205359 w 228600"/>
                <a:gd name="connsiteY5" fmla="*/ 281368 h 285750"/>
                <a:gd name="connsiteX6" fmla="*/ 224504 w 228600"/>
                <a:gd name="connsiteY6" fmla="*/ 262223 h 285750"/>
                <a:gd name="connsiteX7" fmla="*/ 224504 w 228600"/>
                <a:gd name="connsiteY7" fmla="*/ 57150 h 285750"/>
                <a:gd name="connsiteX8" fmla="*/ 172021 w 228600"/>
                <a:gd name="connsiteY8" fmla="*/ 7144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0" h="285750">
                  <a:moveTo>
                    <a:pt x="172021" y="7144"/>
                  </a:moveTo>
                  <a:lnTo>
                    <a:pt x="26289" y="7144"/>
                  </a:lnTo>
                  <a:cubicBezTo>
                    <a:pt x="15716" y="7144"/>
                    <a:pt x="7144" y="15716"/>
                    <a:pt x="7144" y="26289"/>
                  </a:cubicBezTo>
                  <a:lnTo>
                    <a:pt x="7144" y="262223"/>
                  </a:lnTo>
                  <a:cubicBezTo>
                    <a:pt x="7144" y="272796"/>
                    <a:pt x="15716" y="281368"/>
                    <a:pt x="26289" y="281368"/>
                  </a:cubicBezTo>
                  <a:lnTo>
                    <a:pt x="205359" y="281368"/>
                  </a:lnTo>
                  <a:cubicBezTo>
                    <a:pt x="215932" y="281368"/>
                    <a:pt x="224504" y="272796"/>
                    <a:pt x="224504" y="262223"/>
                  </a:cubicBezTo>
                  <a:lnTo>
                    <a:pt x="224504" y="57150"/>
                  </a:lnTo>
                  <a:lnTo>
                    <a:pt x="172021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44"/>
              </p:custDataLst>
            </p:nvPr>
          </p:nvSpPr>
          <p:spPr>
            <a:xfrm>
              <a:off x="6776371" y="2159508"/>
              <a:ext cx="66675" cy="57150"/>
            </a:xfrm>
            <a:custGeom>
              <a:avLst/>
              <a:gdLst>
                <a:gd name="connsiteX0" fmla="*/ 7144 w 66675"/>
                <a:gd name="connsiteY0" fmla="*/ 7144 h 57150"/>
                <a:gd name="connsiteX1" fmla="*/ 59531 w 66675"/>
                <a:gd name="connsiteY1" fmla="*/ 57150 h 57150"/>
                <a:gd name="connsiteX2" fmla="*/ 16574 w 66675"/>
                <a:gd name="connsiteY2" fmla="*/ 57150 h 57150"/>
                <a:gd name="connsiteX3" fmla="*/ 7144 w 66675"/>
                <a:gd name="connsiteY3" fmla="*/ 47720 h 57150"/>
                <a:gd name="connsiteX4" fmla="*/ 7144 w 66675"/>
                <a:gd name="connsiteY4" fmla="*/ 714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57150">
                  <a:moveTo>
                    <a:pt x="7144" y="7144"/>
                  </a:moveTo>
                  <a:lnTo>
                    <a:pt x="59531" y="57150"/>
                  </a:lnTo>
                  <a:lnTo>
                    <a:pt x="16574" y="57150"/>
                  </a:lnTo>
                  <a:cubicBezTo>
                    <a:pt x="11335" y="57150"/>
                    <a:pt x="7144" y="52959"/>
                    <a:pt x="7144" y="47720"/>
                  </a:cubicBezTo>
                  <a:lnTo>
                    <a:pt x="7144" y="7144"/>
                  </a:lnTo>
                  <a:close/>
                </a:path>
              </a:pathLst>
            </a:custGeom>
            <a:solidFill>
              <a:srgbClr val="C4C4C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/>
            <p:nvPr>
              <p:custDataLst>
                <p:tags r:id="rId45"/>
              </p:custDataLst>
            </p:nvPr>
          </p:nvSpPr>
          <p:spPr>
            <a:xfrm>
              <a:off x="6654641" y="2350008"/>
              <a:ext cx="142875" cy="19050"/>
            </a:xfrm>
            <a:custGeom>
              <a:avLst/>
              <a:gdLst>
                <a:gd name="connsiteX0" fmla="*/ 134969 w 142875"/>
                <a:gd name="connsiteY0" fmla="*/ 13240 h 19050"/>
                <a:gd name="connsiteX1" fmla="*/ 10192 w 142875"/>
                <a:gd name="connsiteY1" fmla="*/ 13240 h 19050"/>
                <a:gd name="connsiteX2" fmla="*/ 7144 w 142875"/>
                <a:gd name="connsiteY2" fmla="*/ 10192 h 19050"/>
                <a:gd name="connsiteX3" fmla="*/ 7144 w 142875"/>
                <a:gd name="connsiteY3" fmla="*/ 10192 h 19050"/>
                <a:gd name="connsiteX4" fmla="*/ 10192 w 142875"/>
                <a:gd name="connsiteY4" fmla="*/ 7144 h 19050"/>
                <a:gd name="connsiteX5" fmla="*/ 134969 w 142875"/>
                <a:gd name="connsiteY5" fmla="*/ 7144 h 19050"/>
                <a:gd name="connsiteX6" fmla="*/ 138017 w 142875"/>
                <a:gd name="connsiteY6" fmla="*/ 10192 h 19050"/>
                <a:gd name="connsiteX7" fmla="*/ 138017 w 142875"/>
                <a:gd name="connsiteY7" fmla="*/ 10192 h 19050"/>
                <a:gd name="connsiteX8" fmla="*/ 134969 w 142875"/>
                <a:gd name="connsiteY8" fmla="*/ 1324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875" h="19050">
                  <a:moveTo>
                    <a:pt x="134969" y="13240"/>
                  </a:moveTo>
                  <a:lnTo>
                    <a:pt x="10192" y="13240"/>
                  </a:lnTo>
                  <a:cubicBezTo>
                    <a:pt x="8477" y="13240"/>
                    <a:pt x="7144" y="11811"/>
                    <a:pt x="7144" y="10192"/>
                  </a:cubicBezTo>
                  <a:lnTo>
                    <a:pt x="7144" y="10192"/>
                  </a:lnTo>
                  <a:cubicBezTo>
                    <a:pt x="7144" y="8477"/>
                    <a:pt x="8572" y="7144"/>
                    <a:pt x="10192" y="7144"/>
                  </a:cubicBezTo>
                  <a:lnTo>
                    <a:pt x="134969" y="7144"/>
                  </a:lnTo>
                  <a:cubicBezTo>
                    <a:pt x="136684" y="7144"/>
                    <a:pt x="138017" y="8572"/>
                    <a:pt x="138017" y="10192"/>
                  </a:cubicBezTo>
                  <a:lnTo>
                    <a:pt x="138017" y="10192"/>
                  </a:lnTo>
                  <a:cubicBezTo>
                    <a:pt x="138017" y="11906"/>
                    <a:pt x="136684" y="13240"/>
                    <a:pt x="134969" y="13240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任意多边形: 形状 48"/>
            <p:cNvSpPr/>
            <p:nvPr>
              <p:custDataLst>
                <p:tags r:id="rId46"/>
              </p:custDataLst>
            </p:nvPr>
          </p:nvSpPr>
          <p:spPr>
            <a:xfrm>
              <a:off x="6654641" y="2315908"/>
              <a:ext cx="142875" cy="19050"/>
            </a:xfrm>
            <a:custGeom>
              <a:avLst/>
              <a:gdLst>
                <a:gd name="connsiteX0" fmla="*/ 134969 w 142875"/>
                <a:gd name="connsiteY0" fmla="*/ 13240 h 19050"/>
                <a:gd name="connsiteX1" fmla="*/ 10192 w 142875"/>
                <a:gd name="connsiteY1" fmla="*/ 13240 h 19050"/>
                <a:gd name="connsiteX2" fmla="*/ 7144 w 142875"/>
                <a:gd name="connsiteY2" fmla="*/ 10192 h 19050"/>
                <a:gd name="connsiteX3" fmla="*/ 7144 w 142875"/>
                <a:gd name="connsiteY3" fmla="*/ 10192 h 19050"/>
                <a:gd name="connsiteX4" fmla="*/ 10192 w 142875"/>
                <a:gd name="connsiteY4" fmla="*/ 7144 h 19050"/>
                <a:gd name="connsiteX5" fmla="*/ 134969 w 142875"/>
                <a:gd name="connsiteY5" fmla="*/ 7144 h 19050"/>
                <a:gd name="connsiteX6" fmla="*/ 138017 w 142875"/>
                <a:gd name="connsiteY6" fmla="*/ 10192 h 19050"/>
                <a:gd name="connsiteX7" fmla="*/ 138017 w 142875"/>
                <a:gd name="connsiteY7" fmla="*/ 10192 h 19050"/>
                <a:gd name="connsiteX8" fmla="*/ 134969 w 142875"/>
                <a:gd name="connsiteY8" fmla="*/ 1324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875" h="19050">
                  <a:moveTo>
                    <a:pt x="134969" y="13240"/>
                  </a:moveTo>
                  <a:lnTo>
                    <a:pt x="10192" y="13240"/>
                  </a:lnTo>
                  <a:cubicBezTo>
                    <a:pt x="8477" y="13240"/>
                    <a:pt x="7144" y="11811"/>
                    <a:pt x="7144" y="10192"/>
                  </a:cubicBezTo>
                  <a:lnTo>
                    <a:pt x="7144" y="10192"/>
                  </a:lnTo>
                  <a:cubicBezTo>
                    <a:pt x="7144" y="8477"/>
                    <a:pt x="8572" y="7144"/>
                    <a:pt x="10192" y="7144"/>
                  </a:cubicBezTo>
                  <a:lnTo>
                    <a:pt x="134969" y="7144"/>
                  </a:lnTo>
                  <a:cubicBezTo>
                    <a:pt x="136684" y="7144"/>
                    <a:pt x="138017" y="8572"/>
                    <a:pt x="138017" y="10192"/>
                  </a:cubicBezTo>
                  <a:lnTo>
                    <a:pt x="138017" y="10192"/>
                  </a:lnTo>
                  <a:cubicBezTo>
                    <a:pt x="138017" y="11811"/>
                    <a:pt x="136684" y="13240"/>
                    <a:pt x="134969" y="13240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/>
            <p:nvPr>
              <p:custDataLst>
                <p:tags r:id="rId47"/>
              </p:custDataLst>
            </p:nvPr>
          </p:nvSpPr>
          <p:spPr>
            <a:xfrm>
              <a:off x="6654641" y="2281714"/>
              <a:ext cx="142875" cy="19050"/>
            </a:xfrm>
            <a:custGeom>
              <a:avLst/>
              <a:gdLst>
                <a:gd name="connsiteX0" fmla="*/ 134969 w 142875"/>
                <a:gd name="connsiteY0" fmla="*/ 13240 h 19050"/>
                <a:gd name="connsiteX1" fmla="*/ 10192 w 142875"/>
                <a:gd name="connsiteY1" fmla="*/ 13240 h 19050"/>
                <a:gd name="connsiteX2" fmla="*/ 7144 w 142875"/>
                <a:gd name="connsiteY2" fmla="*/ 10192 h 19050"/>
                <a:gd name="connsiteX3" fmla="*/ 7144 w 142875"/>
                <a:gd name="connsiteY3" fmla="*/ 10192 h 19050"/>
                <a:gd name="connsiteX4" fmla="*/ 10192 w 142875"/>
                <a:gd name="connsiteY4" fmla="*/ 7144 h 19050"/>
                <a:gd name="connsiteX5" fmla="*/ 134969 w 142875"/>
                <a:gd name="connsiteY5" fmla="*/ 7144 h 19050"/>
                <a:gd name="connsiteX6" fmla="*/ 138017 w 142875"/>
                <a:gd name="connsiteY6" fmla="*/ 10192 h 19050"/>
                <a:gd name="connsiteX7" fmla="*/ 138017 w 142875"/>
                <a:gd name="connsiteY7" fmla="*/ 10192 h 19050"/>
                <a:gd name="connsiteX8" fmla="*/ 134969 w 142875"/>
                <a:gd name="connsiteY8" fmla="*/ 1324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875" h="19050">
                  <a:moveTo>
                    <a:pt x="134969" y="13240"/>
                  </a:moveTo>
                  <a:lnTo>
                    <a:pt x="10192" y="13240"/>
                  </a:lnTo>
                  <a:cubicBezTo>
                    <a:pt x="8477" y="13240"/>
                    <a:pt x="7144" y="11811"/>
                    <a:pt x="7144" y="10192"/>
                  </a:cubicBezTo>
                  <a:lnTo>
                    <a:pt x="7144" y="10192"/>
                  </a:lnTo>
                  <a:cubicBezTo>
                    <a:pt x="7144" y="8477"/>
                    <a:pt x="8572" y="7144"/>
                    <a:pt x="10192" y="7144"/>
                  </a:cubicBezTo>
                  <a:lnTo>
                    <a:pt x="134969" y="7144"/>
                  </a:lnTo>
                  <a:cubicBezTo>
                    <a:pt x="136684" y="7144"/>
                    <a:pt x="138017" y="8572"/>
                    <a:pt x="138017" y="10192"/>
                  </a:cubicBezTo>
                  <a:lnTo>
                    <a:pt x="138017" y="10192"/>
                  </a:lnTo>
                  <a:cubicBezTo>
                    <a:pt x="138017" y="11811"/>
                    <a:pt x="136684" y="13240"/>
                    <a:pt x="134969" y="13240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任意多边形: 形状 50"/>
            <p:cNvSpPr/>
            <p:nvPr>
              <p:custDataLst>
                <p:tags r:id="rId48"/>
              </p:custDataLst>
            </p:nvPr>
          </p:nvSpPr>
          <p:spPr>
            <a:xfrm>
              <a:off x="6654641" y="2247519"/>
              <a:ext cx="142875" cy="19050"/>
            </a:xfrm>
            <a:custGeom>
              <a:avLst/>
              <a:gdLst>
                <a:gd name="connsiteX0" fmla="*/ 134969 w 142875"/>
                <a:gd name="connsiteY0" fmla="*/ 13240 h 19050"/>
                <a:gd name="connsiteX1" fmla="*/ 10192 w 142875"/>
                <a:gd name="connsiteY1" fmla="*/ 13240 h 19050"/>
                <a:gd name="connsiteX2" fmla="*/ 7144 w 142875"/>
                <a:gd name="connsiteY2" fmla="*/ 10192 h 19050"/>
                <a:gd name="connsiteX3" fmla="*/ 7144 w 142875"/>
                <a:gd name="connsiteY3" fmla="*/ 10192 h 19050"/>
                <a:gd name="connsiteX4" fmla="*/ 10192 w 142875"/>
                <a:gd name="connsiteY4" fmla="*/ 7144 h 19050"/>
                <a:gd name="connsiteX5" fmla="*/ 134969 w 142875"/>
                <a:gd name="connsiteY5" fmla="*/ 7144 h 19050"/>
                <a:gd name="connsiteX6" fmla="*/ 138017 w 142875"/>
                <a:gd name="connsiteY6" fmla="*/ 10192 h 19050"/>
                <a:gd name="connsiteX7" fmla="*/ 138017 w 142875"/>
                <a:gd name="connsiteY7" fmla="*/ 10192 h 19050"/>
                <a:gd name="connsiteX8" fmla="*/ 134969 w 142875"/>
                <a:gd name="connsiteY8" fmla="*/ 1324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875" h="19050">
                  <a:moveTo>
                    <a:pt x="134969" y="13240"/>
                  </a:moveTo>
                  <a:lnTo>
                    <a:pt x="10192" y="13240"/>
                  </a:lnTo>
                  <a:cubicBezTo>
                    <a:pt x="8477" y="13240"/>
                    <a:pt x="7144" y="11811"/>
                    <a:pt x="7144" y="10192"/>
                  </a:cubicBezTo>
                  <a:lnTo>
                    <a:pt x="7144" y="10192"/>
                  </a:lnTo>
                  <a:cubicBezTo>
                    <a:pt x="7144" y="8477"/>
                    <a:pt x="8572" y="7144"/>
                    <a:pt x="10192" y="7144"/>
                  </a:cubicBezTo>
                  <a:lnTo>
                    <a:pt x="134969" y="7144"/>
                  </a:lnTo>
                  <a:cubicBezTo>
                    <a:pt x="136684" y="7144"/>
                    <a:pt x="138017" y="8573"/>
                    <a:pt x="138017" y="10192"/>
                  </a:cubicBezTo>
                  <a:lnTo>
                    <a:pt x="138017" y="10192"/>
                  </a:lnTo>
                  <a:cubicBezTo>
                    <a:pt x="138017" y="11906"/>
                    <a:pt x="136684" y="13240"/>
                    <a:pt x="134969" y="13240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任意多边形: 形状 51"/>
            <p:cNvSpPr/>
            <p:nvPr>
              <p:custDataLst>
                <p:tags r:id="rId49"/>
              </p:custDataLst>
            </p:nvPr>
          </p:nvSpPr>
          <p:spPr>
            <a:xfrm>
              <a:off x="6654641" y="2380202"/>
              <a:ext cx="104775" cy="19050"/>
            </a:xfrm>
            <a:custGeom>
              <a:avLst/>
              <a:gdLst>
                <a:gd name="connsiteX0" fmla="*/ 103918 w 104775"/>
                <a:gd name="connsiteY0" fmla="*/ 13240 h 19050"/>
                <a:gd name="connsiteX1" fmla="*/ 10192 w 104775"/>
                <a:gd name="connsiteY1" fmla="*/ 13240 h 19050"/>
                <a:gd name="connsiteX2" fmla="*/ 7144 w 104775"/>
                <a:gd name="connsiteY2" fmla="*/ 10192 h 19050"/>
                <a:gd name="connsiteX3" fmla="*/ 7144 w 104775"/>
                <a:gd name="connsiteY3" fmla="*/ 10192 h 19050"/>
                <a:gd name="connsiteX4" fmla="*/ 10192 w 104775"/>
                <a:gd name="connsiteY4" fmla="*/ 7144 h 19050"/>
                <a:gd name="connsiteX5" fmla="*/ 103918 w 104775"/>
                <a:gd name="connsiteY5" fmla="*/ 7144 h 19050"/>
                <a:gd name="connsiteX6" fmla="*/ 106966 w 104775"/>
                <a:gd name="connsiteY6" fmla="*/ 10192 h 19050"/>
                <a:gd name="connsiteX7" fmla="*/ 106966 w 104775"/>
                <a:gd name="connsiteY7" fmla="*/ 10192 h 19050"/>
                <a:gd name="connsiteX8" fmla="*/ 103918 w 104775"/>
                <a:gd name="connsiteY8" fmla="*/ 1324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775" h="19050">
                  <a:moveTo>
                    <a:pt x="103918" y="13240"/>
                  </a:moveTo>
                  <a:lnTo>
                    <a:pt x="10192" y="13240"/>
                  </a:lnTo>
                  <a:cubicBezTo>
                    <a:pt x="8477" y="13240"/>
                    <a:pt x="7144" y="11811"/>
                    <a:pt x="7144" y="10192"/>
                  </a:cubicBezTo>
                  <a:lnTo>
                    <a:pt x="7144" y="10192"/>
                  </a:lnTo>
                  <a:cubicBezTo>
                    <a:pt x="7144" y="8477"/>
                    <a:pt x="8572" y="7144"/>
                    <a:pt x="10192" y="7144"/>
                  </a:cubicBezTo>
                  <a:lnTo>
                    <a:pt x="103918" y="7144"/>
                  </a:lnTo>
                  <a:cubicBezTo>
                    <a:pt x="105632" y="7144"/>
                    <a:pt x="106966" y="8572"/>
                    <a:pt x="106966" y="10192"/>
                  </a:cubicBezTo>
                  <a:lnTo>
                    <a:pt x="106966" y="10192"/>
                  </a:lnTo>
                  <a:cubicBezTo>
                    <a:pt x="107061" y="11906"/>
                    <a:pt x="105632" y="13240"/>
                    <a:pt x="103918" y="13240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任意多边形: 形状 52"/>
            <p:cNvSpPr/>
            <p:nvPr>
              <p:custDataLst>
                <p:tags r:id="rId50"/>
              </p:custDataLst>
            </p:nvPr>
          </p:nvSpPr>
          <p:spPr>
            <a:xfrm>
              <a:off x="6573298" y="2306098"/>
              <a:ext cx="323850" cy="257175"/>
            </a:xfrm>
            <a:custGeom>
              <a:avLst/>
              <a:gdLst>
                <a:gd name="connsiteX0" fmla="*/ 219551 w 323850"/>
                <a:gd name="connsiteY0" fmla="*/ 11335 h 257175"/>
                <a:gd name="connsiteX1" fmla="*/ 199358 w 323850"/>
                <a:gd name="connsiteY1" fmla="*/ 32671 h 257175"/>
                <a:gd name="connsiteX2" fmla="*/ 30861 w 323850"/>
                <a:gd name="connsiteY2" fmla="*/ 33147 h 257175"/>
                <a:gd name="connsiteX3" fmla="*/ 7144 w 323850"/>
                <a:gd name="connsiteY3" fmla="*/ 56959 h 257175"/>
                <a:gd name="connsiteX4" fmla="*/ 7620 w 323850"/>
                <a:gd name="connsiteY4" fmla="*/ 231362 h 257175"/>
                <a:gd name="connsiteX5" fmla="*/ 31433 w 323850"/>
                <a:gd name="connsiteY5" fmla="*/ 255079 h 257175"/>
                <a:gd name="connsiteX6" fmla="*/ 296228 w 323850"/>
                <a:gd name="connsiteY6" fmla="*/ 254413 h 257175"/>
                <a:gd name="connsiteX7" fmla="*/ 319945 w 323850"/>
                <a:gd name="connsiteY7" fmla="*/ 230600 h 257175"/>
                <a:gd name="connsiteX8" fmla="*/ 319469 w 323850"/>
                <a:gd name="connsiteY8" fmla="*/ 52292 h 257175"/>
                <a:gd name="connsiteX9" fmla="*/ 319374 w 323850"/>
                <a:gd name="connsiteY9" fmla="*/ 32480 h 257175"/>
                <a:gd name="connsiteX10" fmla="*/ 319374 w 323850"/>
                <a:gd name="connsiteY10" fmla="*/ 20193 h 257175"/>
                <a:gd name="connsiteX11" fmla="*/ 306324 w 323850"/>
                <a:gd name="connsiteY11" fmla="*/ 7144 h 257175"/>
                <a:gd name="connsiteX12" fmla="*/ 229076 w 323850"/>
                <a:gd name="connsiteY12" fmla="*/ 7334 h 257175"/>
                <a:gd name="connsiteX13" fmla="*/ 219551 w 323850"/>
                <a:gd name="connsiteY13" fmla="*/ 11335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23850" h="257175">
                  <a:moveTo>
                    <a:pt x="219551" y="11335"/>
                  </a:moveTo>
                  <a:lnTo>
                    <a:pt x="199358" y="32671"/>
                  </a:lnTo>
                  <a:lnTo>
                    <a:pt x="30861" y="33147"/>
                  </a:lnTo>
                  <a:cubicBezTo>
                    <a:pt x="17717" y="33147"/>
                    <a:pt x="7144" y="43815"/>
                    <a:pt x="7144" y="56959"/>
                  </a:cubicBezTo>
                  <a:lnTo>
                    <a:pt x="7620" y="231362"/>
                  </a:lnTo>
                  <a:cubicBezTo>
                    <a:pt x="7620" y="244507"/>
                    <a:pt x="18288" y="255079"/>
                    <a:pt x="31433" y="255079"/>
                  </a:cubicBezTo>
                  <a:lnTo>
                    <a:pt x="296228" y="254413"/>
                  </a:lnTo>
                  <a:cubicBezTo>
                    <a:pt x="309372" y="254413"/>
                    <a:pt x="319945" y="243745"/>
                    <a:pt x="319945" y="230600"/>
                  </a:cubicBezTo>
                  <a:lnTo>
                    <a:pt x="319469" y="52292"/>
                  </a:lnTo>
                  <a:lnTo>
                    <a:pt x="319374" y="32480"/>
                  </a:lnTo>
                  <a:lnTo>
                    <a:pt x="319374" y="20193"/>
                  </a:lnTo>
                  <a:cubicBezTo>
                    <a:pt x="319374" y="12954"/>
                    <a:pt x="313468" y="7144"/>
                    <a:pt x="306324" y="7144"/>
                  </a:cubicBezTo>
                  <a:lnTo>
                    <a:pt x="229076" y="7334"/>
                  </a:lnTo>
                  <a:cubicBezTo>
                    <a:pt x="225457" y="7239"/>
                    <a:pt x="222028" y="8763"/>
                    <a:pt x="219551" y="11335"/>
                  </a:cubicBezTo>
                  <a:close/>
                </a:path>
              </a:pathLst>
            </a:custGeom>
            <a:solidFill>
              <a:srgbClr val="FFC98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/>
            <p:nvPr>
              <p:custDataLst>
                <p:tags r:id="rId51"/>
              </p:custDataLst>
            </p:nvPr>
          </p:nvSpPr>
          <p:spPr>
            <a:xfrm>
              <a:off x="6885718" y="2404015"/>
              <a:ext cx="57150" cy="76200"/>
            </a:xfrm>
            <a:custGeom>
              <a:avLst/>
              <a:gdLst>
                <a:gd name="connsiteX0" fmla="*/ 42958 w 57150"/>
                <a:gd name="connsiteY0" fmla="*/ 70009 h 76200"/>
                <a:gd name="connsiteX1" fmla="*/ 7144 w 57150"/>
                <a:gd name="connsiteY1" fmla="*/ 70009 h 76200"/>
                <a:gd name="connsiteX2" fmla="*/ 7144 w 57150"/>
                <a:gd name="connsiteY2" fmla="*/ 7144 h 76200"/>
                <a:gd name="connsiteX3" fmla="*/ 42958 w 57150"/>
                <a:gd name="connsiteY3" fmla="*/ 7144 h 76200"/>
                <a:gd name="connsiteX4" fmla="*/ 58293 w 57150"/>
                <a:gd name="connsiteY4" fmla="*/ 22479 h 76200"/>
                <a:gd name="connsiteX5" fmla="*/ 58293 w 57150"/>
                <a:gd name="connsiteY5" fmla="*/ 54674 h 76200"/>
                <a:gd name="connsiteX6" fmla="*/ 42958 w 57150"/>
                <a:gd name="connsiteY6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76200">
                  <a:moveTo>
                    <a:pt x="42958" y="70009"/>
                  </a:moveTo>
                  <a:lnTo>
                    <a:pt x="7144" y="70009"/>
                  </a:lnTo>
                  <a:lnTo>
                    <a:pt x="7144" y="7144"/>
                  </a:lnTo>
                  <a:lnTo>
                    <a:pt x="42958" y="7144"/>
                  </a:lnTo>
                  <a:cubicBezTo>
                    <a:pt x="51435" y="7144"/>
                    <a:pt x="58293" y="14002"/>
                    <a:pt x="58293" y="22479"/>
                  </a:cubicBezTo>
                  <a:lnTo>
                    <a:pt x="58293" y="54674"/>
                  </a:lnTo>
                  <a:cubicBezTo>
                    <a:pt x="58293" y="63151"/>
                    <a:pt x="51340" y="70009"/>
                    <a:pt x="42958" y="70009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/>
            <p:nvPr>
              <p:custDataLst>
                <p:tags r:id="rId52"/>
              </p:custDataLst>
            </p:nvPr>
          </p:nvSpPr>
          <p:spPr>
            <a:xfrm>
              <a:off x="7454075" y="2749200"/>
              <a:ext cx="76200" cy="57150"/>
            </a:xfrm>
            <a:custGeom>
              <a:avLst/>
              <a:gdLst>
                <a:gd name="connsiteX0" fmla="*/ 70009 w 76200"/>
                <a:gd name="connsiteY0" fmla="*/ 22480 h 57150"/>
                <a:gd name="connsiteX1" fmla="*/ 70009 w 76200"/>
                <a:gd name="connsiteY1" fmla="*/ 58294 h 57150"/>
                <a:gd name="connsiteX2" fmla="*/ 7144 w 76200"/>
                <a:gd name="connsiteY2" fmla="*/ 58294 h 57150"/>
                <a:gd name="connsiteX3" fmla="*/ 7144 w 76200"/>
                <a:gd name="connsiteY3" fmla="*/ 22480 h 57150"/>
                <a:gd name="connsiteX4" fmla="*/ 22479 w 76200"/>
                <a:gd name="connsiteY4" fmla="*/ 7145 h 57150"/>
                <a:gd name="connsiteX5" fmla="*/ 54673 w 76200"/>
                <a:gd name="connsiteY5" fmla="*/ 7145 h 57150"/>
                <a:gd name="connsiteX6" fmla="*/ 70009 w 76200"/>
                <a:gd name="connsiteY6" fmla="*/ 2248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57150">
                  <a:moveTo>
                    <a:pt x="70009" y="22480"/>
                  </a:moveTo>
                  <a:lnTo>
                    <a:pt x="70009" y="58294"/>
                  </a:lnTo>
                  <a:lnTo>
                    <a:pt x="7144" y="58294"/>
                  </a:lnTo>
                  <a:lnTo>
                    <a:pt x="7144" y="22480"/>
                  </a:lnTo>
                  <a:cubicBezTo>
                    <a:pt x="7144" y="14003"/>
                    <a:pt x="14001" y="7145"/>
                    <a:pt x="22479" y="7145"/>
                  </a:cubicBezTo>
                  <a:lnTo>
                    <a:pt x="54673" y="7145"/>
                  </a:lnTo>
                  <a:cubicBezTo>
                    <a:pt x="63151" y="7049"/>
                    <a:pt x="70009" y="14003"/>
                    <a:pt x="70009" y="22480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/>
            <p:nvPr>
              <p:custDataLst>
                <p:tags r:id="rId53"/>
              </p:custDataLst>
            </p:nvPr>
          </p:nvSpPr>
          <p:spPr>
            <a:xfrm>
              <a:off x="6911245" y="2435447"/>
              <a:ext cx="581025" cy="371475"/>
            </a:xfrm>
            <a:custGeom>
              <a:avLst/>
              <a:gdLst>
                <a:gd name="connsiteX0" fmla="*/ 7144 w 581025"/>
                <a:gd name="connsiteY0" fmla="*/ 7144 h 371475"/>
                <a:gd name="connsiteX1" fmla="*/ 484632 w 581025"/>
                <a:gd name="connsiteY1" fmla="*/ 7144 h 371475"/>
                <a:gd name="connsiteX2" fmla="*/ 581311 w 581025"/>
                <a:gd name="connsiteY2" fmla="*/ 103822 h 371475"/>
                <a:gd name="connsiteX3" fmla="*/ 581311 w 581025"/>
                <a:gd name="connsiteY3" fmla="*/ 37195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1025" h="371475">
                  <a:moveTo>
                    <a:pt x="7144" y="7144"/>
                  </a:moveTo>
                  <a:lnTo>
                    <a:pt x="484632" y="7144"/>
                  </a:lnTo>
                  <a:cubicBezTo>
                    <a:pt x="538067" y="7144"/>
                    <a:pt x="581311" y="50483"/>
                    <a:pt x="581311" y="103822"/>
                  </a:cubicBezTo>
                  <a:lnTo>
                    <a:pt x="581311" y="371951"/>
                  </a:lnTo>
                </a:path>
              </a:pathLst>
            </a:custGeom>
            <a:noFill/>
            <a:ln w="9525" cap="flat">
              <a:solidFill>
                <a:srgbClr val="6EA2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任意多边形: 形状 56"/>
            <p:cNvSpPr/>
            <p:nvPr>
              <p:custDataLst>
                <p:tags r:id="rId54"/>
              </p:custDataLst>
            </p:nvPr>
          </p:nvSpPr>
          <p:spPr>
            <a:xfrm>
              <a:off x="8137017" y="3033617"/>
              <a:ext cx="57150" cy="76200"/>
            </a:xfrm>
            <a:custGeom>
              <a:avLst/>
              <a:gdLst>
                <a:gd name="connsiteX0" fmla="*/ 42957 w 57150"/>
                <a:gd name="connsiteY0" fmla="*/ 70009 h 76200"/>
                <a:gd name="connsiteX1" fmla="*/ 7144 w 57150"/>
                <a:gd name="connsiteY1" fmla="*/ 70009 h 76200"/>
                <a:gd name="connsiteX2" fmla="*/ 7144 w 57150"/>
                <a:gd name="connsiteY2" fmla="*/ 7144 h 76200"/>
                <a:gd name="connsiteX3" fmla="*/ 42957 w 57150"/>
                <a:gd name="connsiteY3" fmla="*/ 7144 h 76200"/>
                <a:gd name="connsiteX4" fmla="*/ 58293 w 57150"/>
                <a:gd name="connsiteY4" fmla="*/ 22479 h 76200"/>
                <a:gd name="connsiteX5" fmla="*/ 58293 w 57150"/>
                <a:gd name="connsiteY5" fmla="*/ 54673 h 76200"/>
                <a:gd name="connsiteX6" fmla="*/ 42957 w 57150"/>
                <a:gd name="connsiteY6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76200">
                  <a:moveTo>
                    <a:pt x="42957" y="70009"/>
                  </a:moveTo>
                  <a:lnTo>
                    <a:pt x="7144" y="70009"/>
                  </a:lnTo>
                  <a:lnTo>
                    <a:pt x="7144" y="7144"/>
                  </a:lnTo>
                  <a:lnTo>
                    <a:pt x="42957" y="7144"/>
                  </a:lnTo>
                  <a:cubicBezTo>
                    <a:pt x="51435" y="7144"/>
                    <a:pt x="58293" y="14002"/>
                    <a:pt x="58293" y="22479"/>
                  </a:cubicBezTo>
                  <a:lnTo>
                    <a:pt x="58293" y="54673"/>
                  </a:lnTo>
                  <a:cubicBezTo>
                    <a:pt x="58293" y="63151"/>
                    <a:pt x="51435" y="70009"/>
                    <a:pt x="42957" y="70009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/>
            <p:nvPr>
              <p:custDataLst>
                <p:tags r:id="rId55"/>
              </p:custDataLst>
            </p:nvPr>
          </p:nvSpPr>
          <p:spPr>
            <a:xfrm>
              <a:off x="8337518" y="4363498"/>
              <a:ext cx="76200" cy="57150"/>
            </a:xfrm>
            <a:custGeom>
              <a:avLst/>
              <a:gdLst>
                <a:gd name="connsiteX0" fmla="*/ 70009 w 76200"/>
                <a:gd name="connsiteY0" fmla="*/ 22479 h 57150"/>
                <a:gd name="connsiteX1" fmla="*/ 70009 w 76200"/>
                <a:gd name="connsiteY1" fmla="*/ 58293 h 57150"/>
                <a:gd name="connsiteX2" fmla="*/ 7144 w 76200"/>
                <a:gd name="connsiteY2" fmla="*/ 58293 h 57150"/>
                <a:gd name="connsiteX3" fmla="*/ 7144 w 76200"/>
                <a:gd name="connsiteY3" fmla="*/ 22479 h 57150"/>
                <a:gd name="connsiteX4" fmla="*/ 22479 w 76200"/>
                <a:gd name="connsiteY4" fmla="*/ 7144 h 57150"/>
                <a:gd name="connsiteX5" fmla="*/ 54673 w 76200"/>
                <a:gd name="connsiteY5" fmla="*/ 7144 h 57150"/>
                <a:gd name="connsiteX6" fmla="*/ 70009 w 76200"/>
                <a:gd name="connsiteY6" fmla="*/ 2247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57150">
                  <a:moveTo>
                    <a:pt x="70009" y="22479"/>
                  </a:moveTo>
                  <a:lnTo>
                    <a:pt x="70009" y="58293"/>
                  </a:lnTo>
                  <a:lnTo>
                    <a:pt x="7144" y="58293"/>
                  </a:lnTo>
                  <a:lnTo>
                    <a:pt x="7144" y="22479"/>
                  </a:lnTo>
                  <a:cubicBezTo>
                    <a:pt x="7144" y="14002"/>
                    <a:pt x="14001" y="7144"/>
                    <a:pt x="22479" y="7144"/>
                  </a:cubicBezTo>
                  <a:lnTo>
                    <a:pt x="54673" y="7144"/>
                  </a:lnTo>
                  <a:cubicBezTo>
                    <a:pt x="63151" y="7144"/>
                    <a:pt x="70009" y="14002"/>
                    <a:pt x="70009" y="22479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任意多边形: 形状 58"/>
            <p:cNvSpPr/>
            <p:nvPr>
              <p:custDataLst>
                <p:tags r:id="rId56"/>
              </p:custDataLst>
            </p:nvPr>
          </p:nvSpPr>
          <p:spPr>
            <a:xfrm>
              <a:off x="8162639" y="3065050"/>
              <a:ext cx="219075" cy="1362075"/>
            </a:xfrm>
            <a:custGeom>
              <a:avLst/>
              <a:gdLst>
                <a:gd name="connsiteX0" fmla="*/ 7144 w 219075"/>
                <a:gd name="connsiteY0" fmla="*/ 7144 h 1362075"/>
                <a:gd name="connsiteX1" fmla="*/ 116777 w 219075"/>
                <a:gd name="connsiteY1" fmla="*/ 7144 h 1362075"/>
                <a:gd name="connsiteX2" fmla="*/ 213456 w 219075"/>
                <a:gd name="connsiteY2" fmla="*/ 103823 h 1362075"/>
                <a:gd name="connsiteX3" fmla="*/ 213456 w 219075"/>
                <a:gd name="connsiteY3" fmla="*/ 1356741 h 136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075" h="1362075">
                  <a:moveTo>
                    <a:pt x="7144" y="7144"/>
                  </a:moveTo>
                  <a:lnTo>
                    <a:pt x="116777" y="7144"/>
                  </a:lnTo>
                  <a:cubicBezTo>
                    <a:pt x="170212" y="7144"/>
                    <a:pt x="213456" y="50483"/>
                    <a:pt x="213456" y="103823"/>
                  </a:cubicBezTo>
                  <a:lnTo>
                    <a:pt x="213456" y="1356741"/>
                  </a:lnTo>
                </a:path>
              </a:pathLst>
            </a:custGeom>
            <a:noFill/>
            <a:ln w="9525" cap="flat">
              <a:solidFill>
                <a:srgbClr val="6EA2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任意多边形: 形状 59"/>
            <p:cNvSpPr/>
            <p:nvPr>
              <p:custDataLst>
                <p:tags r:id="rId57"/>
              </p:custDataLst>
            </p:nvPr>
          </p:nvSpPr>
          <p:spPr>
            <a:xfrm>
              <a:off x="6404991" y="4518279"/>
              <a:ext cx="200025" cy="200025"/>
            </a:xfrm>
            <a:custGeom>
              <a:avLst/>
              <a:gdLst>
                <a:gd name="connsiteX0" fmla="*/ 180785 w 200025"/>
                <a:gd name="connsiteY0" fmla="*/ 194786 h 200025"/>
                <a:gd name="connsiteX1" fmla="*/ 22479 w 200025"/>
                <a:gd name="connsiteY1" fmla="*/ 194786 h 200025"/>
                <a:gd name="connsiteX2" fmla="*/ 7144 w 200025"/>
                <a:gd name="connsiteY2" fmla="*/ 179451 h 200025"/>
                <a:gd name="connsiteX3" fmla="*/ 7144 w 200025"/>
                <a:gd name="connsiteY3" fmla="*/ 22479 h 200025"/>
                <a:gd name="connsiteX4" fmla="*/ 22479 w 200025"/>
                <a:gd name="connsiteY4" fmla="*/ 7144 h 200025"/>
                <a:gd name="connsiteX5" fmla="*/ 180689 w 200025"/>
                <a:gd name="connsiteY5" fmla="*/ 7144 h 200025"/>
                <a:gd name="connsiteX6" fmla="*/ 196024 w 200025"/>
                <a:gd name="connsiteY6" fmla="*/ 22479 h 200025"/>
                <a:gd name="connsiteX7" fmla="*/ 196024 w 200025"/>
                <a:gd name="connsiteY7" fmla="*/ 179451 h 200025"/>
                <a:gd name="connsiteX8" fmla="*/ 180785 w 200025"/>
                <a:gd name="connsiteY8" fmla="*/ 194786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200025">
                  <a:moveTo>
                    <a:pt x="180785" y="194786"/>
                  </a:moveTo>
                  <a:lnTo>
                    <a:pt x="22479" y="194786"/>
                  </a:lnTo>
                  <a:cubicBezTo>
                    <a:pt x="14002" y="194786"/>
                    <a:pt x="7144" y="187928"/>
                    <a:pt x="7144" y="179451"/>
                  </a:cubicBezTo>
                  <a:lnTo>
                    <a:pt x="7144" y="22479"/>
                  </a:lnTo>
                  <a:cubicBezTo>
                    <a:pt x="7144" y="14002"/>
                    <a:pt x="14002" y="7144"/>
                    <a:pt x="22479" y="7144"/>
                  </a:cubicBezTo>
                  <a:lnTo>
                    <a:pt x="180689" y="7144"/>
                  </a:lnTo>
                  <a:cubicBezTo>
                    <a:pt x="189166" y="7144"/>
                    <a:pt x="196024" y="14002"/>
                    <a:pt x="196024" y="22479"/>
                  </a:cubicBezTo>
                  <a:lnTo>
                    <a:pt x="196024" y="179451"/>
                  </a:lnTo>
                  <a:cubicBezTo>
                    <a:pt x="196120" y="187928"/>
                    <a:pt x="189262" y="194786"/>
                    <a:pt x="180785" y="194786"/>
                  </a:cubicBezTo>
                  <a:close/>
                </a:path>
              </a:pathLst>
            </a:custGeom>
            <a:solidFill>
              <a:srgbClr val="FC8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/>
            <p:nvPr>
              <p:custDataLst>
                <p:tags r:id="rId58"/>
              </p:custDataLst>
            </p:nvPr>
          </p:nvSpPr>
          <p:spPr>
            <a:xfrm>
              <a:off x="6404991" y="4519613"/>
              <a:ext cx="200025" cy="200025"/>
            </a:xfrm>
            <a:custGeom>
              <a:avLst/>
              <a:gdLst>
                <a:gd name="connsiteX0" fmla="*/ 181451 w 200025"/>
                <a:gd name="connsiteY0" fmla="*/ 193453 h 200025"/>
                <a:gd name="connsiteX1" fmla="*/ 196024 w 200025"/>
                <a:gd name="connsiteY1" fmla="*/ 178879 h 200025"/>
                <a:gd name="connsiteX2" fmla="*/ 196024 w 200025"/>
                <a:gd name="connsiteY2" fmla="*/ 20479 h 200025"/>
                <a:gd name="connsiteX3" fmla="*/ 187357 w 200025"/>
                <a:gd name="connsiteY3" fmla="*/ 7144 h 200025"/>
                <a:gd name="connsiteX4" fmla="*/ 7144 w 200025"/>
                <a:gd name="connsiteY4" fmla="*/ 178308 h 200025"/>
                <a:gd name="connsiteX5" fmla="*/ 7144 w 200025"/>
                <a:gd name="connsiteY5" fmla="*/ 178879 h 200025"/>
                <a:gd name="connsiteX6" fmla="*/ 21717 w 200025"/>
                <a:gd name="connsiteY6" fmla="*/ 193453 h 200025"/>
                <a:gd name="connsiteX7" fmla="*/ 181451 w 200025"/>
                <a:gd name="connsiteY7" fmla="*/ 193453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025" h="200025">
                  <a:moveTo>
                    <a:pt x="181451" y="193453"/>
                  </a:moveTo>
                  <a:cubicBezTo>
                    <a:pt x="189547" y="193453"/>
                    <a:pt x="196024" y="186880"/>
                    <a:pt x="196024" y="178879"/>
                  </a:cubicBezTo>
                  <a:lnTo>
                    <a:pt x="196024" y="20479"/>
                  </a:lnTo>
                  <a:cubicBezTo>
                    <a:pt x="196024" y="14573"/>
                    <a:pt x="192500" y="9430"/>
                    <a:pt x="187357" y="7144"/>
                  </a:cubicBezTo>
                  <a:cubicBezTo>
                    <a:pt x="121634" y="109347"/>
                    <a:pt x="49816" y="157258"/>
                    <a:pt x="7144" y="178308"/>
                  </a:cubicBezTo>
                  <a:lnTo>
                    <a:pt x="7144" y="178879"/>
                  </a:lnTo>
                  <a:cubicBezTo>
                    <a:pt x="7144" y="186976"/>
                    <a:pt x="13716" y="193453"/>
                    <a:pt x="21717" y="193453"/>
                  </a:cubicBezTo>
                  <a:lnTo>
                    <a:pt x="181451" y="193453"/>
                  </a:lnTo>
                  <a:close/>
                </a:path>
              </a:pathLst>
            </a:custGeom>
            <a:solidFill>
              <a:srgbClr val="FF967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任意多边形: 形状 61"/>
            <p:cNvSpPr/>
            <p:nvPr>
              <p:custDataLst>
                <p:tags r:id="rId59"/>
              </p:custDataLst>
            </p:nvPr>
          </p:nvSpPr>
          <p:spPr>
            <a:xfrm>
              <a:off x="6442562" y="4603242"/>
              <a:ext cx="66675" cy="57150"/>
            </a:xfrm>
            <a:custGeom>
              <a:avLst/>
              <a:gdLst>
                <a:gd name="connsiteX0" fmla="*/ 12435 w 66675"/>
                <a:gd name="connsiteY0" fmla="*/ 55435 h 57150"/>
                <a:gd name="connsiteX1" fmla="*/ 63775 w 66675"/>
                <a:gd name="connsiteY1" fmla="*/ 55435 h 57150"/>
                <a:gd name="connsiteX2" fmla="*/ 68061 w 66675"/>
                <a:gd name="connsiteY2" fmla="*/ 47244 h 57150"/>
                <a:gd name="connsiteX3" fmla="*/ 42343 w 66675"/>
                <a:gd name="connsiteY3" fmla="*/ 9430 h 57150"/>
                <a:gd name="connsiteX4" fmla="*/ 33676 w 66675"/>
                <a:gd name="connsiteY4" fmla="*/ 9430 h 57150"/>
                <a:gd name="connsiteX5" fmla="*/ 7958 w 66675"/>
                <a:gd name="connsiteY5" fmla="*/ 47244 h 57150"/>
                <a:gd name="connsiteX6" fmla="*/ 12435 w 66675"/>
                <a:gd name="connsiteY6" fmla="*/ 5543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57150">
                  <a:moveTo>
                    <a:pt x="12435" y="55435"/>
                  </a:moveTo>
                  <a:lnTo>
                    <a:pt x="63775" y="55435"/>
                  </a:lnTo>
                  <a:cubicBezTo>
                    <a:pt x="67966" y="55435"/>
                    <a:pt x="70442" y="50768"/>
                    <a:pt x="68061" y="47244"/>
                  </a:cubicBezTo>
                  <a:lnTo>
                    <a:pt x="42343" y="9430"/>
                  </a:lnTo>
                  <a:cubicBezTo>
                    <a:pt x="40248" y="6382"/>
                    <a:pt x="35771" y="6382"/>
                    <a:pt x="33676" y="9430"/>
                  </a:cubicBezTo>
                  <a:lnTo>
                    <a:pt x="7958" y="47244"/>
                  </a:lnTo>
                  <a:cubicBezTo>
                    <a:pt x="5767" y="50768"/>
                    <a:pt x="8244" y="55435"/>
                    <a:pt x="12435" y="554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/>
            <p:nvPr>
              <p:custDataLst>
                <p:tags r:id="rId60"/>
              </p:custDataLst>
            </p:nvPr>
          </p:nvSpPr>
          <p:spPr>
            <a:xfrm>
              <a:off x="6490759" y="4603242"/>
              <a:ext cx="66675" cy="57150"/>
            </a:xfrm>
            <a:custGeom>
              <a:avLst/>
              <a:gdLst>
                <a:gd name="connsiteX0" fmla="*/ 12435 w 66675"/>
                <a:gd name="connsiteY0" fmla="*/ 55435 h 57150"/>
                <a:gd name="connsiteX1" fmla="*/ 63775 w 66675"/>
                <a:gd name="connsiteY1" fmla="*/ 55435 h 57150"/>
                <a:gd name="connsiteX2" fmla="*/ 68061 w 66675"/>
                <a:gd name="connsiteY2" fmla="*/ 47244 h 57150"/>
                <a:gd name="connsiteX3" fmla="*/ 42344 w 66675"/>
                <a:gd name="connsiteY3" fmla="*/ 9430 h 57150"/>
                <a:gd name="connsiteX4" fmla="*/ 33676 w 66675"/>
                <a:gd name="connsiteY4" fmla="*/ 9430 h 57150"/>
                <a:gd name="connsiteX5" fmla="*/ 7958 w 66675"/>
                <a:gd name="connsiteY5" fmla="*/ 47244 h 57150"/>
                <a:gd name="connsiteX6" fmla="*/ 12435 w 66675"/>
                <a:gd name="connsiteY6" fmla="*/ 5543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675" h="57150">
                  <a:moveTo>
                    <a:pt x="12435" y="55435"/>
                  </a:moveTo>
                  <a:lnTo>
                    <a:pt x="63775" y="55435"/>
                  </a:lnTo>
                  <a:cubicBezTo>
                    <a:pt x="67966" y="55435"/>
                    <a:pt x="70442" y="50768"/>
                    <a:pt x="68061" y="47244"/>
                  </a:cubicBezTo>
                  <a:lnTo>
                    <a:pt x="42344" y="9430"/>
                  </a:lnTo>
                  <a:cubicBezTo>
                    <a:pt x="40248" y="6382"/>
                    <a:pt x="35771" y="6382"/>
                    <a:pt x="33676" y="9430"/>
                  </a:cubicBezTo>
                  <a:lnTo>
                    <a:pt x="7958" y="47244"/>
                  </a:lnTo>
                  <a:cubicBezTo>
                    <a:pt x="5767" y="50768"/>
                    <a:pt x="8244" y="55435"/>
                    <a:pt x="12435" y="554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任意多边形: 形状 63"/>
            <p:cNvSpPr/>
            <p:nvPr>
              <p:custDataLst>
                <p:tags r:id="rId61"/>
              </p:custDataLst>
            </p:nvPr>
          </p:nvSpPr>
          <p:spPr>
            <a:xfrm>
              <a:off x="6487192" y="4572571"/>
              <a:ext cx="28575" cy="28575"/>
            </a:xfrm>
            <a:custGeom>
              <a:avLst/>
              <a:gdLst>
                <a:gd name="connsiteX0" fmla="*/ 26956 w 28575"/>
                <a:gd name="connsiteY0" fmla="*/ 17050 h 28575"/>
                <a:gd name="connsiteX1" fmla="*/ 17050 w 28575"/>
                <a:gd name="connsiteY1" fmla="*/ 26956 h 28575"/>
                <a:gd name="connsiteX2" fmla="*/ 7144 w 28575"/>
                <a:gd name="connsiteY2" fmla="*/ 17050 h 28575"/>
                <a:gd name="connsiteX3" fmla="*/ 17050 w 28575"/>
                <a:gd name="connsiteY3" fmla="*/ 7144 h 28575"/>
                <a:gd name="connsiteX4" fmla="*/ 26956 w 28575"/>
                <a:gd name="connsiteY4" fmla="*/ 1705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6956" y="17050"/>
                  </a:moveTo>
                  <a:cubicBezTo>
                    <a:pt x="26956" y="22479"/>
                    <a:pt x="22574" y="26956"/>
                    <a:pt x="17050" y="26956"/>
                  </a:cubicBezTo>
                  <a:cubicBezTo>
                    <a:pt x="11621" y="26956"/>
                    <a:pt x="7144" y="22574"/>
                    <a:pt x="7144" y="17050"/>
                  </a:cubicBezTo>
                  <a:cubicBezTo>
                    <a:pt x="7144" y="11621"/>
                    <a:pt x="11525" y="7144"/>
                    <a:pt x="17050" y="7144"/>
                  </a:cubicBezTo>
                  <a:cubicBezTo>
                    <a:pt x="22479" y="7239"/>
                    <a:pt x="26956" y="11621"/>
                    <a:pt x="26956" y="1705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任意多边形: 形状 64"/>
            <p:cNvSpPr/>
            <p:nvPr>
              <p:custDataLst>
                <p:tags r:id="rId62"/>
              </p:custDataLst>
            </p:nvPr>
          </p:nvSpPr>
          <p:spPr>
            <a:xfrm>
              <a:off x="6343174" y="4620292"/>
              <a:ext cx="323850" cy="257175"/>
            </a:xfrm>
            <a:custGeom>
              <a:avLst/>
              <a:gdLst>
                <a:gd name="connsiteX0" fmla="*/ 219551 w 323850"/>
                <a:gd name="connsiteY0" fmla="*/ 11335 h 257175"/>
                <a:gd name="connsiteX1" fmla="*/ 199358 w 323850"/>
                <a:gd name="connsiteY1" fmla="*/ 32671 h 257175"/>
                <a:gd name="connsiteX2" fmla="*/ 30861 w 323850"/>
                <a:gd name="connsiteY2" fmla="*/ 33147 h 257175"/>
                <a:gd name="connsiteX3" fmla="*/ 7144 w 323850"/>
                <a:gd name="connsiteY3" fmla="*/ 56959 h 257175"/>
                <a:gd name="connsiteX4" fmla="*/ 7620 w 323850"/>
                <a:gd name="connsiteY4" fmla="*/ 231362 h 257175"/>
                <a:gd name="connsiteX5" fmla="*/ 31432 w 323850"/>
                <a:gd name="connsiteY5" fmla="*/ 255079 h 257175"/>
                <a:gd name="connsiteX6" fmla="*/ 296227 w 323850"/>
                <a:gd name="connsiteY6" fmla="*/ 254413 h 257175"/>
                <a:gd name="connsiteX7" fmla="*/ 319945 w 323850"/>
                <a:gd name="connsiteY7" fmla="*/ 230600 h 257175"/>
                <a:gd name="connsiteX8" fmla="*/ 319468 w 323850"/>
                <a:gd name="connsiteY8" fmla="*/ 52292 h 257175"/>
                <a:gd name="connsiteX9" fmla="*/ 319373 w 323850"/>
                <a:gd name="connsiteY9" fmla="*/ 32480 h 257175"/>
                <a:gd name="connsiteX10" fmla="*/ 319373 w 323850"/>
                <a:gd name="connsiteY10" fmla="*/ 20193 h 257175"/>
                <a:gd name="connsiteX11" fmla="*/ 306324 w 323850"/>
                <a:gd name="connsiteY11" fmla="*/ 7144 h 257175"/>
                <a:gd name="connsiteX12" fmla="*/ 229076 w 323850"/>
                <a:gd name="connsiteY12" fmla="*/ 7334 h 257175"/>
                <a:gd name="connsiteX13" fmla="*/ 219551 w 323850"/>
                <a:gd name="connsiteY13" fmla="*/ 11335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23850" h="257175">
                  <a:moveTo>
                    <a:pt x="219551" y="11335"/>
                  </a:moveTo>
                  <a:lnTo>
                    <a:pt x="199358" y="32671"/>
                  </a:lnTo>
                  <a:lnTo>
                    <a:pt x="30861" y="33147"/>
                  </a:lnTo>
                  <a:cubicBezTo>
                    <a:pt x="17716" y="33147"/>
                    <a:pt x="7144" y="43815"/>
                    <a:pt x="7144" y="56959"/>
                  </a:cubicBezTo>
                  <a:lnTo>
                    <a:pt x="7620" y="231362"/>
                  </a:lnTo>
                  <a:cubicBezTo>
                    <a:pt x="7620" y="244507"/>
                    <a:pt x="18288" y="255079"/>
                    <a:pt x="31432" y="255079"/>
                  </a:cubicBezTo>
                  <a:lnTo>
                    <a:pt x="296227" y="254413"/>
                  </a:lnTo>
                  <a:cubicBezTo>
                    <a:pt x="309372" y="254413"/>
                    <a:pt x="319945" y="243745"/>
                    <a:pt x="319945" y="230600"/>
                  </a:cubicBezTo>
                  <a:lnTo>
                    <a:pt x="319468" y="52292"/>
                  </a:lnTo>
                  <a:lnTo>
                    <a:pt x="319373" y="32480"/>
                  </a:lnTo>
                  <a:lnTo>
                    <a:pt x="319373" y="20193"/>
                  </a:lnTo>
                  <a:cubicBezTo>
                    <a:pt x="319373" y="12954"/>
                    <a:pt x="313468" y="7144"/>
                    <a:pt x="306324" y="7144"/>
                  </a:cubicBezTo>
                  <a:lnTo>
                    <a:pt x="229076" y="7334"/>
                  </a:lnTo>
                  <a:cubicBezTo>
                    <a:pt x="225361" y="7334"/>
                    <a:pt x="221932" y="8763"/>
                    <a:pt x="219551" y="11335"/>
                  </a:cubicBezTo>
                  <a:close/>
                </a:path>
              </a:pathLst>
            </a:custGeom>
            <a:solidFill>
              <a:srgbClr val="FFC98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任意多边形: 形状 65"/>
            <p:cNvSpPr/>
            <p:nvPr>
              <p:custDataLst>
                <p:tags r:id="rId63"/>
              </p:custDataLst>
            </p:nvPr>
          </p:nvSpPr>
          <p:spPr>
            <a:xfrm>
              <a:off x="6655498" y="4732496"/>
              <a:ext cx="57150" cy="76200"/>
            </a:xfrm>
            <a:custGeom>
              <a:avLst/>
              <a:gdLst>
                <a:gd name="connsiteX0" fmla="*/ 42958 w 57150"/>
                <a:gd name="connsiteY0" fmla="*/ 7144 h 76200"/>
                <a:gd name="connsiteX1" fmla="*/ 7144 w 57150"/>
                <a:gd name="connsiteY1" fmla="*/ 7144 h 76200"/>
                <a:gd name="connsiteX2" fmla="*/ 7144 w 57150"/>
                <a:gd name="connsiteY2" fmla="*/ 70009 h 76200"/>
                <a:gd name="connsiteX3" fmla="*/ 42958 w 57150"/>
                <a:gd name="connsiteY3" fmla="*/ 70009 h 76200"/>
                <a:gd name="connsiteX4" fmla="*/ 58293 w 57150"/>
                <a:gd name="connsiteY4" fmla="*/ 54673 h 76200"/>
                <a:gd name="connsiteX5" fmla="*/ 58293 w 57150"/>
                <a:gd name="connsiteY5" fmla="*/ 22479 h 76200"/>
                <a:gd name="connsiteX6" fmla="*/ 42958 w 57150"/>
                <a:gd name="connsiteY6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76200">
                  <a:moveTo>
                    <a:pt x="42958" y="7144"/>
                  </a:moveTo>
                  <a:lnTo>
                    <a:pt x="7144" y="7144"/>
                  </a:lnTo>
                  <a:lnTo>
                    <a:pt x="7144" y="70009"/>
                  </a:lnTo>
                  <a:lnTo>
                    <a:pt x="42958" y="70009"/>
                  </a:lnTo>
                  <a:cubicBezTo>
                    <a:pt x="51435" y="70009"/>
                    <a:pt x="58293" y="63151"/>
                    <a:pt x="58293" y="54673"/>
                  </a:cubicBezTo>
                  <a:lnTo>
                    <a:pt x="58293" y="22479"/>
                  </a:lnTo>
                  <a:cubicBezTo>
                    <a:pt x="58293" y="14002"/>
                    <a:pt x="51435" y="7144"/>
                    <a:pt x="42958" y="7144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64"/>
              </p:custDataLst>
            </p:nvPr>
          </p:nvSpPr>
          <p:spPr>
            <a:xfrm>
              <a:off x="7668196" y="4339304"/>
              <a:ext cx="76200" cy="57150"/>
            </a:xfrm>
            <a:custGeom>
              <a:avLst/>
              <a:gdLst>
                <a:gd name="connsiteX0" fmla="*/ 70009 w 76200"/>
                <a:gd name="connsiteY0" fmla="*/ 42958 h 57150"/>
                <a:gd name="connsiteX1" fmla="*/ 70009 w 76200"/>
                <a:gd name="connsiteY1" fmla="*/ 7144 h 57150"/>
                <a:gd name="connsiteX2" fmla="*/ 7144 w 76200"/>
                <a:gd name="connsiteY2" fmla="*/ 7144 h 57150"/>
                <a:gd name="connsiteX3" fmla="*/ 7144 w 76200"/>
                <a:gd name="connsiteY3" fmla="*/ 42958 h 57150"/>
                <a:gd name="connsiteX4" fmla="*/ 22479 w 76200"/>
                <a:gd name="connsiteY4" fmla="*/ 58293 h 57150"/>
                <a:gd name="connsiteX5" fmla="*/ 54673 w 76200"/>
                <a:gd name="connsiteY5" fmla="*/ 58293 h 57150"/>
                <a:gd name="connsiteX6" fmla="*/ 70009 w 76200"/>
                <a:gd name="connsiteY6" fmla="*/ 4295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57150">
                  <a:moveTo>
                    <a:pt x="70009" y="42958"/>
                  </a:moveTo>
                  <a:lnTo>
                    <a:pt x="70009" y="7144"/>
                  </a:lnTo>
                  <a:lnTo>
                    <a:pt x="7144" y="7144"/>
                  </a:lnTo>
                  <a:lnTo>
                    <a:pt x="7144" y="42958"/>
                  </a:lnTo>
                  <a:cubicBezTo>
                    <a:pt x="7144" y="51435"/>
                    <a:pt x="14002" y="58293"/>
                    <a:pt x="22479" y="58293"/>
                  </a:cubicBezTo>
                  <a:lnTo>
                    <a:pt x="54673" y="58293"/>
                  </a:lnTo>
                  <a:cubicBezTo>
                    <a:pt x="63151" y="58293"/>
                    <a:pt x="70009" y="51435"/>
                    <a:pt x="70009" y="42958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任意多边形: 形状 67"/>
            <p:cNvSpPr/>
            <p:nvPr>
              <p:custDataLst>
                <p:tags r:id="rId65"/>
              </p:custDataLst>
            </p:nvPr>
          </p:nvSpPr>
          <p:spPr>
            <a:xfrm>
              <a:off x="6681121" y="4339304"/>
              <a:ext cx="1028700" cy="438150"/>
            </a:xfrm>
            <a:custGeom>
              <a:avLst/>
              <a:gdLst>
                <a:gd name="connsiteX0" fmla="*/ 7144 w 1028700"/>
                <a:gd name="connsiteY0" fmla="*/ 431768 h 438150"/>
                <a:gd name="connsiteX1" fmla="*/ 928974 w 1028700"/>
                <a:gd name="connsiteY1" fmla="*/ 431768 h 438150"/>
                <a:gd name="connsiteX2" fmla="*/ 1025652 w 1028700"/>
                <a:gd name="connsiteY2" fmla="*/ 335089 h 438150"/>
                <a:gd name="connsiteX3" fmla="*/ 1025652 w 1028700"/>
                <a:gd name="connsiteY3" fmla="*/ 7144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8700" h="438150">
                  <a:moveTo>
                    <a:pt x="7144" y="431768"/>
                  </a:moveTo>
                  <a:lnTo>
                    <a:pt x="928974" y="431768"/>
                  </a:lnTo>
                  <a:cubicBezTo>
                    <a:pt x="982409" y="431768"/>
                    <a:pt x="1025652" y="388430"/>
                    <a:pt x="1025652" y="335089"/>
                  </a:cubicBezTo>
                  <a:lnTo>
                    <a:pt x="1025652" y="7144"/>
                  </a:lnTo>
                </a:path>
              </a:pathLst>
            </a:custGeom>
            <a:noFill/>
            <a:ln w="9525" cap="flat">
              <a:solidFill>
                <a:srgbClr val="6EA2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66"/>
              </p:custDataLst>
            </p:nvPr>
          </p:nvSpPr>
          <p:spPr>
            <a:xfrm>
              <a:off x="5613749" y="2419921"/>
              <a:ext cx="76200" cy="57150"/>
            </a:xfrm>
            <a:custGeom>
              <a:avLst/>
              <a:gdLst>
                <a:gd name="connsiteX0" fmla="*/ 70009 w 76200"/>
                <a:gd name="connsiteY0" fmla="*/ 42958 h 57150"/>
                <a:gd name="connsiteX1" fmla="*/ 70009 w 76200"/>
                <a:gd name="connsiteY1" fmla="*/ 7144 h 57150"/>
                <a:gd name="connsiteX2" fmla="*/ 7144 w 76200"/>
                <a:gd name="connsiteY2" fmla="*/ 7144 h 57150"/>
                <a:gd name="connsiteX3" fmla="*/ 7144 w 76200"/>
                <a:gd name="connsiteY3" fmla="*/ 42958 h 57150"/>
                <a:gd name="connsiteX4" fmla="*/ 22479 w 76200"/>
                <a:gd name="connsiteY4" fmla="*/ 58293 h 57150"/>
                <a:gd name="connsiteX5" fmla="*/ 54673 w 76200"/>
                <a:gd name="connsiteY5" fmla="*/ 58293 h 57150"/>
                <a:gd name="connsiteX6" fmla="*/ 70009 w 76200"/>
                <a:gd name="connsiteY6" fmla="*/ 4295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57150">
                  <a:moveTo>
                    <a:pt x="70009" y="42958"/>
                  </a:moveTo>
                  <a:lnTo>
                    <a:pt x="70009" y="7144"/>
                  </a:lnTo>
                  <a:lnTo>
                    <a:pt x="7144" y="7144"/>
                  </a:lnTo>
                  <a:lnTo>
                    <a:pt x="7144" y="42958"/>
                  </a:lnTo>
                  <a:cubicBezTo>
                    <a:pt x="7144" y="51435"/>
                    <a:pt x="14002" y="58293"/>
                    <a:pt x="22479" y="58293"/>
                  </a:cubicBezTo>
                  <a:lnTo>
                    <a:pt x="54673" y="58293"/>
                  </a:lnTo>
                  <a:cubicBezTo>
                    <a:pt x="63055" y="58388"/>
                    <a:pt x="70009" y="51435"/>
                    <a:pt x="70009" y="42958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任意多边形: 形状 69"/>
            <p:cNvSpPr/>
            <p:nvPr>
              <p:custDataLst>
                <p:tags r:id="rId67"/>
              </p:custDataLst>
            </p:nvPr>
          </p:nvSpPr>
          <p:spPr>
            <a:xfrm>
              <a:off x="6242209" y="2749200"/>
              <a:ext cx="76200" cy="57150"/>
            </a:xfrm>
            <a:custGeom>
              <a:avLst/>
              <a:gdLst>
                <a:gd name="connsiteX0" fmla="*/ 7144 w 76200"/>
                <a:gd name="connsiteY0" fmla="*/ 22480 h 57150"/>
                <a:gd name="connsiteX1" fmla="*/ 7144 w 76200"/>
                <a:gd name="connsiteY1" fmla="*/ 58294 h 57150"/>
                <a:gd name="connsiteX2" fmla="*/ 70009 w 76200"/>
                <a:gd name="connsiteY2" fmla="*/ 58294 h 57150"/>
                <a:gd name="connsiteX3" fmla="*/ 70009 w 76200"/>
                <a:gd name="connsiteY3" fmla="*/ 22480 h 57150"/>
                <a:gd name="connsiteX4" fmla="*/ 54673 w 76200"/>
                <a:gd name="connsiteY4" fmla="*/ 7145 h 57150"/>
                <a:gd name="connsiteX5" fmla="*/ 22479 w 76200"/>
                <a:gd name="connsiteY5" fmla="*/ 7145 h 57150"/>
                <a:gd name="connsiteX6" fmla="*/ 7144 w 76200"/>
                <a:gd name="connsiteY6" fmla="*/ 2248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00" h="57150">
                  <a:moveTo>
                    <a:pt x="7144" y="22480"/>
                  </a:moveTo>
                  <a:lnTo>
                    <a:pt x="7144" y="58294"/>
                  </a:lnTo>
                  <a:lnTo>
                    <a:pt x="70009" y="58294"/>
                  </a:lnTo>
                  <a:lnTo>
                    <a:pt x="70009" y="22480"/>
                  </a:lnTo>
                  <a:cubicBezTo>
                    <a:pt x="70009" y="14003"/>
                    <a:pt x="63151" y="7145"/>
                    <a:pt x="54673" y="7145"/>
                  </a:cubicBezTo>
                  <a:lnTo>
                    <a:pt x="22479" y="7145"/>
                  </a:lnTo>
                  <a:cubicBezTo>
                    <a:pt x="14002" y="7049"/>
                    <a:pt x="7144" y="14003"/>
                    <a:pt x="7144" y="22480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68"/>
              </p:custDataLst>
            </p:nvPr>
          </p:nvSpPr>
          <p:spPr>
            <a:xfrm>
              <a:off x="5645087" y="2445544"/>
              <a:ext cx="638175" cy="342900"/>
            </a:xfrm>
            <a:custGeom>
              <a:avLst/>
              <a:gdLst>
                <a:gd name="connsiteX0" fmla="*/ 7144 w 638175"/>
                <a:gd name="connsiteY0" fmla="*/ 7144 h 342900"/>
                <a:gd name="connsiteX1" fmla="*/ 7144 w 638175"/>
                <a:gd name="connsiteY1" fmla="*/ 87058 h 342900"/>
                <a:gd name="connsiteX2" fmla="*/ 103822 w 638175"/>
                <a:gd name="connsiteY2" fmla="*/ 183737 h 342900"/>
                <a:gd name="connsiteX3" fmla="*/ 547116 w 638175"/>
                <a:gd name="connsiteY3" fmla="*/ 183737 h 342900"/>
                <a:gd name="connsiteX4" fmla="*/ 635603 w 638175"/>
                <a:gd name="connsiteY4" fmla="*/ 272225 h 342900"/>
                <a:gd name="connsiteX5" fmla="*/ 635603 w 638175"/>
                <a:gd name="connsiteY5" fmla="*/ 341852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8175" h="342900">
                  <a:moveTo>
                    <a:pt x="7144" y="7144"/>
                  </a:moveTo>
                  <a:lnTo>
                    <a:pt x="7144" y="87058"/>
                  </a:lnTo>
                  <a:cubicBezTo>
                    <a:pt x="7144" y="140494"/>
                    <a:pt x="50482" y="183737"/>
                    <a:pt x="103822" y="183737"/>
                  </a:cubicBezTo>
                  <a:lnTo>
                    <a:pt x="547116" y="183737"/>
                  </a:lnTo>
                  <a:cubicBezTo>
                    <a:pt x="595979" y="183737"/>
                    <a:pt x="635603" y="223361"/>
                    <a:pt x="635603" y="272225"/>
                  </a:cubicBezTo>
                  <a:lnTo>
                    <a:pt x="635603" y="341852"/>
                  </a:lnTo>
                </a:path>
              </a:pathLst>
            </a:custGeom>
            <a:noFill/>
            <a:ln w="9525" cap="flat">
              <a:solidFill>
                <a:srgbClr val="6EA2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69"/>
              </p:custDataLst>
            </p:nvPr>
          </p:nvSpPr>
          <p:spPr>
            <a:xfrm>
              <a:off x="7269385" y="3020949"/>
              <a:ext cx="428625" cy="542925"/>
            </a:xfrm>
            <a:custGeom>
              <a:avLst/>
              <a:gdLst>
                <a:gd name="connsiteX0" fmla="*/ 328422 w 428625"/>
                <a:gd name="connsiteY0" fmla="*/ 7144 h 542925"/>
                <a:gd name="connsiteX1" fmla="*/ 44387 w 428625"/>
                <a:gd name="connsiteY1" fmla="*/ 7144 h 542925"/>
                <a:gd name="connsiteX2" fmla="*/ 7144 w 428625"/>
                <a:gd name="connsiteY2" fmla="*/ 44387 h 542925"/>
                <a:gd name="connsiteX3" fmla="*/ 7144 w 428625"/>
                <a:gd name="connsiteY3" fmla="*/ 504158 h 542925"/>
                <a:gd name="connsiteX4" fmla="*/ 44387 w 428625"/>
                <a:gd name="connsiteY4" fmla="*/ 541401 h 542925"/>
                <a:gd name="connsiteX5" fmla="*/ 393287 w 428625"/>
                <a:gd name="connsiteY5" fmla="*/ 541401 h 542925"/>
                <a:gd name="connsiteX6" fmla="*/ 430530 w 428625"/>
                <a:gd name="connsiteY6" fmla="*/ 504158 h 542925"/>
                <a:gd name="connsiteX7" fmla="*/ 430530 w 428625"/>
                <a:gd name="connsiteY7" fmla="*/ 104680 h 542925"/>
                <a:gd name="connsiteX8" fmla="*/ 328422 w 428625"/>
                <a:gd name="connsiteY8" fmla="*/ 7144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8625" h="542925">
                  <a:moveTo>
                    <a:pt x="328422" y="7144"/>
                  </a:moveTo>
                  <a:lnTo>
                    <a:pt x="44387" y="7144"/>
                  </a:lnTo>
                  <a:cubicBezTo>
                    <a:pt x="23813" y="7144"/>
                    <a:pt x="7144" y="23813"/>
                    <a:pt x="7144" y="44387"/>
                  </a:cubicBezTo>
                  <a:lnTo>
                    <a:pt x="7144" y="504158"/>
                  </a:lnTo>
                  <a:cubicBezTo>
                    <a:pt x="7144" y="524732"/>
                    <a:pt x="23813" y="541401"/>
                    <a:pt x="44387" y="541401"/>
                  </a:cubicBezTo>
                  <a:lnTo>
                    <a:pt x="393287" y="541401"/>
                  </a:lnTo>
                  <a:cubicBezTo>
                    <a:pt x="413861" y="541401"/>
                    <a:pt x="430530" y="524732"/>
                    <a:pt x="430530" y="504158"/>
                  </a:cubicBezTo>
                  <a:lnTo>
                    <a:pt x="430530" y="104680"/>
                  </a:lnTo>
                  <a:lnTo>
                    <a:pt x="328422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任意多边形: 形状 72"/>
            <p:cNvSpPr/>
            <p:nvPr>
              <p:custDataLst>
                <p:tags r:id="rId70"/>
              </p:custDataLst>
            </p:nvPr>
          </p:nvSpPr>
          <p:spPr>
            <a:xfrm>
              <a:off x="7269385" y="3003328"/>
              <a:ext cx="428625" cy="542925"/>
            </a:xfrm>
            <a:custGeom>
              <a:avLst/>
              <a:gdLst>
                <a:gd name="connsiteX0" fmla="*/ 328422 w 428625"/>
                <a:gd name="connsiteY0" fmla="*/ 7144 h 542925"/>
                <a:gd name="connsiteX1" fmla="*/ 44387 w 428625"/>
                <a:gd name="connsiteY1" fmla="*/ 7144 h 542925"/>
                <a:gd name="connsiteX2" fmla="*/ 7144 w 428625"/>
                <a:gd name="connsiteY2" fmla="*/ 44387 h 542925"/>
                <a:gd name="connsiteX3" fmla="*/ 7144 w 428625"/>
                <a:gd name="connsiteY3" fmla="*/ 504158 h 542925"/>
                <a:gd name="connsiteX4" fmla="*/ 44387 w 428625"/>
                <a:gd name="connsiteY4" fmla="*/ 541401 h 542925"/>
                <a:gd name="connsiteX5" fmla="*/ 393287 w 428625"/>
                <a:gd name="connsiteY5" fmla="*/ 541401 h 542925"/>
                <a:gd name="connsiteX6" fmla="*/ 430530 w 428625"/>
                <a:gd name="connsiteY6" fmla="*/ 504158 h 542925"/>
                <a:gd name="connsiteX7" fmla="*/ 430530 w 428625"/>
                <a:gd name="connsiteY7" fmla="*/ 104680 h 542925"/>
                <a:gd name="connsiteX8" fmla="*/ 328422 w 428625"/>
                <a:gd name="connsiteY8" fmla="*/ 7144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8625" h="542925">
                  <a:moveTo>
                    <a:pt x="328422" y="7144"/>
                  </a:moveTo>
                  <a:lnTo>
                    <a:pt x="44387" y="7144"/>
                  </a:lnTo>
                  <a:cubicBezTo>
                    <a:pt x="23813" y="7144"/>
                    <a:pt x="7144" y="23813"/>
                    <a:pt x="7144" y="44387"/>
                  </a:cubicBezTo>
                  <a:lnTo>
                    <a:pt x="7144" y="504158"/>
                  </a:lnTo>
                  <a:cubicBezTo>
                    <a:pt x="7144" y="524732"/>
                    <a:pt x="23813" y="541401"/>
                    <a:pt x="44387" y="541401"/>
                  </a:cubicBezTo>
                  <a:lnTo>
                    <a:pt x="393287" y="541401"/>
                  </a:lnTo>
                  <a:cubicBezTo>
                    <a:pt x="413861" y="541401"/>
                    <a:pt x="430530" y="524732"/>
                    <a:pt x="430530" y="504158"/>
                  </a:cubicBezTo>
                  <a:lnTo>
                    <a:pt x="430530" y="104680"/>
                  </a:lnTo>
                  <a:lnTo>
                    <a:pt x="328422" y="714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71"/>
              </p:custDataLst>
            </p:nvPr>
          </p:nvSpPr>
          <p:spPr>
            <a:xfrm>
              <a:off x="7590663" y="3003328"/>
              <a:ext cx="114300" cy="104775"/>
            </a:xfrm>
            <a:custGeom>
              <a:avLst/>
              <a:gdLst>
                <a:gd name="connsiteX0" fmla="*/ 7144 w 114300"/>
                <a:gd name="connsiteY0" fmla="*/ 7144 h 104775"/>
                <a:gd name="connsiteX1" fmla="*/ 109252 w 114300"/>
                <a:gd name="connsiteY1" fmla="*/ 104584 h 104775"/>
                <a:gd name="connsiteX2" fmla="*/ 25527 w 114300"/>
                <a:gd name="connsiteY2" fmla="*/ 104584 h 104775"/>
                <a:gd name="connsiteX3" fmla="*/ 7144 w 114300"/>
                <a:gd name="connsiteY3" fmla="*/ 86201 h 104775"/>
                <a:gd name="connsiteX4" fmla="*/ 7144 w 114300"/>
                <a:gd name="connsiteY4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04775">
                  <a:moveTo>
                    <a:pt x="7144" y="7144"/>
                  </a:moveTo>
                  <a:lnTo>
                    <a:pt x="109252" y="104584"/>
                  </a:lnTo>
                  <a:lnTo>
                    <a:pt x="25527" y="104584"/>
                  </a:lnTo>
                  <a:cubicBezTo>
                    <a:pt x="15430" y="104584"/>
                    <a:pt x="7144" y="96393"/>
                    <a:pt x="7144" y="86201"/>
                  </a:cubicBezTo>
                  <a:lnTo>
                    <a:pt x="7144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任意多边形: 形状 74"/>
            <p:cNvSpPr/>
            <p:nvPr>
              <p:custDataLst>
                <p:tags r:id="rId72"/>
              </p:custDataLst>
            </p:nvPr>
          </p:nvSpPr>
          <p:spPr>
            <a:xfrm>
              <a:off x="7353586" y="3374517"/>
              <a:ext cx="266700" cy="19050"/>
            </a:xfrm>
            <a:custGeom>
              <a:avLst/>
              <a:gdLst>
                <a:gd name="connsiteX0" fmla="*/ 256127 w 266700"/>
                <a:gd name="connsiteY0" fmla="*/ 19145 h 19050"/>
                <a:gd name="connsiteX1" fmla="*/ 13145 w 266700"/>
                <a:gd name="connsiteY1" fmla="*/ 19145 h 19050"/>
                <a:gd name="connsiteX2" fmla="*/ 7144 w 266700"/>
                <a:gd name="connsiteY2" fmla="*/ 13145 h 19050"/>
                <a:gd name="connsiteX3" fmla="*/ 7144 w 266700"/>
                <a:gd name="connsiteY3" fmla="*/ 13145 h 19050"/>
                <a:gd name="connsiteX4" fmla="*/ 13145 w 266700"/>
                <a:gd name="connsiteY4" fmla="*/ 7144 h 19050"/>
                <a:gd name="connsiteX5" fmla="*/ 256127 w 266700"/>
                <a:gd name="connsiteY5" fmla="*/ 7144 h 19050"/>
                <a:gd name="connsiteX6" fmla="*/ 262128 w 266700"/>
                <a:gd name="connsiteY6" fmla="*/ 13145 h 19050"/>
                <a:gd name="connsiteX7" fmla="*/ 262128 w 266700"/>
                <a:gd name="connsiteY7" fmla="*/ 13145 h 19050"/>
                <a:gd name="connsiteX8" fmla="*/ 256127 w 266700"/>
                <a:gd name="connsiteY8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56127" y="19145"/>
                  </a:moveTo>
                  <a:lnTo>
                    <a:pt x="13145" y="19145"/>
                  </a:lnTo>
                  <a:cubicBezTo>
                    <a:pt x="9811" y="19145"/>
                    <a:pt x="7144" y="16478"/>
                    <a:pt x="7144" y="13145"/>
                  </a:cubicBezTo>
                  <a:lnTo>
                    <a:pt x="7144" y="13145"/>
                  </a:lnTo>
                  <a:cubicBezTo>
                    <a:pt x="7144" y="9811"/>
                    <a:pt x="9811" y="7144"/>
                    <a:pt x="13145" y="7144"/>
                  </a:cubicBezTo>
                  <a:lnTo>
                    <a:pt x="256127" y="7144"/>
                  </a:lnTo>
                  <a:cubicBezTo>
                    <a:pt x="259461" y="7144"/>
                    <a:pt x="262128" y="9811"/>
                    <a:pt x="262128" y="13145"/>
                  </a:cubicBezTo>
                  <a:lnTo>
                    <a:pt x="262128" y="13145"/>
                  </a:lnTo>
                  <a:cubicBezTo>
                    <a:pt x="262223" y="16383"/>
                    <a:pt x="259461" y="19145"/>
                    <a:pt x="256127" y="1914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任意多边形: 形状 75"/>
            <p:cNvSpPr/>
            <p:nvPr>
              <p:custDataLst>
                <p:tags r:id="rId73"/>
              </p:custDataLst>
            </p:nvPr>
          </p:nvSpPr>
          <p:spPr>
            <a:xfrm>
              <a:off x="7353586" y="3307937"/>
              <a:ext cx="266700" cy="19050"/>
            </a:xfrm>
            <a:custGeom>
              <a:avLst/>
              <a:gdLst>
                <a:gd name="connsiteX0" fmla="*/ 256127 w 266700"/>
                <a:gd name="connsiteY0" fmla="*/ 19145 h 19050"/>
                <a:gd name="connsiteX1" fmla="*/ 13145 w 266700"/>
                <a:gd name="connsiteY1" fmla="*/ 19145 h 19050"/>
                <a:gd name="connsiteX2" fmla="*/ 7144 w 266700"/>
                <a:gd name="connsiteY2" fmla="*/ 13145 h 19050"/>
                <a:gd name="connsiteX3" fmla="*/ 7144 w 266700"/>
                <a:gd name="connsiteY3" fmla="*/ 13145 h 19050"/>
                <a:gd name="connsiteX4" fmla="*/ 13145 w 266700"/>
                <a:gd name="connsiteY4" fmla="*/ 7144 h 19050"/>
                <a:gd name="connsiteX5" fmla="*/ 256127 w 266700"/>
                <a:gd name="connsiteY5" fmla="*/ 7144 h 19050"/>
                <a:gd name="connsiteX6" fmla="*/ 262128 w 266700"/>
                <a:gd name="connsiteY6" fmla="*/ 13145 h 19050"/>
                <a:gd name="connsiteX7" fmla="*/ 262128 w 266700"/>
                <a:gd name="connsiteY7" fmla="*/ 13145 h 19050"/>
                <a:gd name="connsiteX8" fmla="*/ 256127 w 266700"/>
                <a:gd name="connsiteY8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56127" y="19145"/>
                  </a:moveTo>
                  <a:lnTo>
                    <a:pt x="13145" y="19145"/>
                  </a:lnTo>
                  <a:cubicBezTo>
                    <a:pt x="9811" y="19145"/>
                    <a:pt x="7144" y="16478"/>
                    <a:pt x="7144" y="13145"/>
                  </a:cubicBezTo>
                  <a:lnTo>
                    <a:pt x="7144" y="13145"/>
                  </a:lnTo>
                  <a:cubicBezTo>
                    <a:pt x="7144" y="9811"/>
                    <a:pt x="9811" y="7144"/>
                    <a:pt x="13145" y="7144"/>
                  </a:cubicBezTo>
                  <a:lnTo>
                    <a:pt x="256127" y="7144"/>
                  </a:lnTo>
                  <a:cubicBezTo>
                    <a:pt x="259461" y="7144"/>
                    <a:pt x="262128" y="9811"/>
                    <a:pt x="262128" y="13145"/>
                  </a:cubicBezTo>
                  <a:lnTo>
                    <a:pt x="262128" y="13145"/>
                  </a:lnTo>
                  <a:cubicBezTo>
                    <a:pt x="262223" y="16383"/>
                    <a:pt x="259461" y="19145"/>
                    <a:pt x="256127" y="1914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任意多边形: 形状 76"/>
            <p:cNvSpPr/>
            <p:nvPr>
              <p:custDataLst>
                <p:tags r:id="rId74"/>
              </p:custDataLst>
            </p:nvPr>
          </p:nvSpPr>
          <p:spPr>
            <a:xfrm>
              <a:off x="7353586" y="3241358"/>
              <a:ext cx="266700" cy="19050"/>
            </a:xfrm>
            <a:custGeom>
              <a:avLst/>
              <a:gdLst>
                <a:gd name="connsiteX0" fmla="*/ 256127 w 266700"/>
                <a:gd name="connsiteY0" fmla="*/ 19145 h 19050"/>
                <a:gd name="connsiteX1" fmla="*/ 13145 w 266700"/>
                <a:gd name="connsiteY1" fmla="*/ 19145 h 19050"/>
                <a:gd name="connsiteX2" fmla="*/ 7144 w 266700"/>
                <a:gd name="connsiteY2" fmla="*/ 13144 h 19050"/>
                <a:gd name="connsiteX3" fmla="*/ 7144 w 266700"/>
                <a:gd name="connsiteY3" fmla="*/ 13144 h 19050"/>
                <a:gd name="connsiteX4" fmla="*/ 13145 w 266700"/>
                <a:gd name="connsiteY4" fmla="*/ 7144 h 19050"/>
                <a:gd name="connsiteX5" fmla="*/ 256127 w 266700"/>
                <a:gd name="connsiteY5" fmla="*/ 7144 h 19050"/>
                <a:gd name="connsiteX6" fmla="*/ 262128 w 266700"/>
                <a:gd name="connsiteY6" fmla="*/ 13144 h 19050"/>
                <a:gd name="connsiteX7" fmla="*/ 262128 w 266700"/>
                <a:gd name="connsiteY7" fmla="*/ 13144 h 19050"/>
                <a:gd name="connsiteX8" fmla="*/ 256127 w 266700"/>
                <a:gd name="connsiteY8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56127" y="19145"/>
                  </a:moveTo>
                  <a:lnTo>
                    <a:pt x="13145" y="19145"/>
                  </a:lnTo>
                  <a:cubicBezTo>
                    <a:pt x="9811" y="19145"/>
                    <a:pt x="7144" y="16478"/>
                    <a:pt x="7144" y="13144"/>
                  </a:cubicBezTo>
                  <a:lnTo>
                    <a:pt x="7144" y="13144"/>
                  </a:lnTo>
                  <a:cubicBezTo>
                    <a:pt x="7144" y="9811"/>
                    <a:pt x="9811" y="7144"/>
                    <a:pt x="13145" y="7144"/>
                  </a:cubicBezTo>
                  <a:lnTo>
                    <a:pt x="256127" y="7144"/>
                  </a:lnTo>
                  <a:cubicBezTo>
                    <a:pt x="259461" y="7144"/>
                    <a:pt x="262128" y="9811"/>
                    <a:pt x="262128" y="13144"/>
                  </a:cubicBezTo>
                  <a:lnTo>
                    <a:pt x="262128" y="13144"/>
                  </a:lnTo>
                  <a:cubicBezTo>
                    <a:pt x="262223" y="16383"/>
                    <a:pt x="259461" y="19145"/>
                    <a:pt x="256127" y="1914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任意多边形: 形状 77"/>
            <p:cNvSpPr/>
            <p:nvPr>
              <p:custDataLst>
                <p:tags r:id="rId75"/>
              </p:custDataLst>
            </p:nvPr>
          </p:nvSpPr>
          <p:spPr>
            <a:xfrm>
              <a:off x="7353586" y="3174778"/>
              <a:ext cx="266700" cy="19050"/>
            </a:xfrm>
            <a:custGeom>
              <a:avLst/>
              <a:gdLst>
                <a:gd name="connsiteX0" fmla="*/ 256127 w 266700"/>
                <a:gd name="connsiteY0" fmla="*/ 19145 h 19050"/>
                <a:gd name="connsiteX1" fmla="*/ 13145 w 266700"/>
                <a:gd name="connsiteY1" fmla="*/ 19145 h 19050"/>
                <a:gd name="connsiteX2" fmla="*/ 7144 w 266700"/>
                <a:gd name="connsiteY2" fmla="*/ 13145 h 19050"/>
                <a:gd name="connsiteX3" fmla="*/ 7144 w 266700"/>
                <a:gd name="connsiteY3" fmla="*/ 13145 h 19050"/>
                <a:gd name="connsiteX4" fmla="*/ 13145 w 266700"/>
                <a:gd name="connsiteY4" fmla="*/ 7144 h 19050"/>
                <a:gd name="connsiteX5" fmla="*/ 256127 w 266700"/>
                <a:gd name="connsiteY5" fmla="*/ 7144 h 19050"/>
                <a:gd name="connsiteX6" fmla="*/ 262128 w 266700"/>
                <a:gd name="connsiteY6" fmla="*/ 13145 h 19050"/>
                <a:gd name="connsiteX7" fmla="*/ 262128 w 266700"/>
                <a:gd name="connsiteY7" fmla="*/ 13145 h 19050"/>
                <a:gd name="connsiteX8" fmla="*/ 256127 w 266700"/>
                <a:gd name="connsiteY8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56127" y="19145"/>
                  </a:moveTo>
                  <a:lnTo>
                    <a:pt x="13145" y="19145"/>
                  </a:lnTo>
                  <a:cubicBezTo>
                    <a:pt x="9811" y="19145"/>
                    <a:pt x="7144" y="16478"/>
                    <a:pt x="7144" y="13145"/>
                  </a:cubicBezTo>
                  <a:lnTo>
                    <a:pt x="7144" y="13145"/>
                  </a:lnTo>
                  <a:cubicBezTo>
                    <a:pt x="7144" y="9811"/>
                    <a:pt x="9811" y="7144"/>
                    <a:pt x="13145" y="7144"/>
                  </a:cubicBezTo>
                  <a:lnTo>
                    <a:pt x="256127" y="7144"/>
                  </a:lnTo>
                  <a:cubicBezTo>
                    <a:pt x="259461" y="7144"/>
                    <a:pt x="262128" y="9811"/>
                    <a:pt x="262128" y="13145"/>
                  </a:cubicBezTo>
                  <a:lnTo>
                    <a:pt x="262128" y="13145"/>
                  </a:lnTo>
                  <a:cubicBezTo>
                    <a:pt x="262223" y="16478"/>
                    <a:pt x="259461" y="19145"/>
                    <a:pt x="256127" y="1914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任意多边形: 形状 78"/>
            <p:cNvSpPr/>
            <p:nvPr>
              <p:custDataLst>
                <p:tags r:id="rId76"/>
              </p:custDataLst>
            </p:nvPr>
          </p:nvSpPr>
          <p:spPr>
            <a:xfrm>
              <a:off x="7353586" y="3433286"/>
              <a:ext cx="200025" cy="19050"/>
            </a:xfrm>
            <a:custGeom>
              <a:avLst/>
              <a:gdLst>
                <a:gd name="connsiteX0" fmla="*/ 195739 w 200025"/>
                <a:gd name="connsiteY0" fmla="*/ 19145 h 19050"/>
                <a:gd name="connsiteX1" fmla="*/ 13145 w 200025"/>
                <a:gd name="connsiteY1" fmla="*/ 19145 h 19050"/>
                <a:gd name="connsiteX2" fmla="*/ 7144 w 200025"/>
                <a:gd name="connsiteY2" fmla="*/ 13145 h 19050"/>
                <a:gd name="connsiteX3" fmla="*/ 7144 w 200025"/>
                <a:gd name="connsiteY3" fmla="*/ 13145 h 19050"/>
                <a:gd name="connsiteX4" fmla="*/ 13145 w 200025"/>
                <a:gd name="connsiteY4" fmla="*/ 7144 h 19050"/>
                <a:gd name="connsiteX5" fmla="*/ 195739 w 200025"/>
                <a:gd name="connsiteY5" fmla="*/ 7144 h 19050"/>
                <a:gd name="connsiteX6" fmla="*/ 201740 w 200025"/>
                <a:gd name="connsiteY6" fmla="*/ 13145 h 19050"/>
                <a:gd name="connsiteX7" fmla="*/ 201740 w 200025"/>
                <a:gd name="connsiteY7" fmla="*/ 13145 h 19050"/>
                <a:gd name="connsiteX8" fmla="*/ 195739 w 200025"/>
                <a:gd name="connsiteY8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19050">
                  <a:moveTo>
                    <a:pt x="195739" y="19145"/>
                  </a:moveTo>
                  <a:lnTo>
                    <a:pt x="13145" y="19145"/>
                  </a:lnTo>
                  <a:cubicBezTo>
                    <a:pt x="9811" y="19145"/>
                    <a:pt x="7144" y="16478"/>
                    <a:pt x="7144" y="13145"/>
                  </a:cubicBezTo>
                  <a:lnTo>
                    <a:pt x="7144" y="13145"/>
                  </a:lnTo>
                  <a:cubicBezTo>
                    <a:pt x="7144" y="9811"/>
                    <a:pt x="9811" y="7144"/>
                    <a:pt x="13145" y="7144"/>
                  </a:cubicBezTo>
                  <a:lnTo>
                    <a:pt x="195739" y="7144"/>
                  </a:lnTo>
                  <a:cubicBezTo>
                    <a:pt x="199072" y="7144"/>
                    <a:pt x="201740" y="9811"/>
                    <a:pt x="201740" y="13145"/>
                  </a:cubicBezTo>
                  <a:lnTo>
                    <a:pt x="201740" y="13145"/>
                  </a:lnTo>
                  <a:cubicBezTo>
                    <a:pt x="201740" y="16478"/>
                    <a:pt x="199072" y="19145"/>
                    <a:pt x="195739" y="1914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: 形状 79"/>
            <p:cNvSpPr/>
            <p:nvPr>
              <p:custDataLst>
                <p:tags r:id="rId77"/>
              </p:custDataLst>
            </p:nvPr>
          </p:nvSpPr>
          <p:spPr>
            <a:xfrm>
              <a:off x="7301960" y="3039047"/>
              <a:ext cx="57150" cy="57150"/>
            </a:xfrm>
            <a:custGeom>
              <a:avLst/>
              <a:gdLst>
                <a:gd name="connsiteX0" fmla="*/ 54007 w 57150"/>
                <a:gd name="connsiteY0" fmla="*/ 30575 h 57150"/>
                <a:gd name="connsiteX1" fmla="*/ 30575 w 57150"/>
                <a:gd name="connsiteY1" fmla="*/ 54007 h 57150"/>
                <a:gd name="connsiteX2" fmla="*/ 7144 w 57150"/>
                <a:gd name="connsiteY2" fmla="*/ 30575 h 57150"/>
                <a:gd name="connsiteX3" fmla="*/ 30575 w 57150"/>
                <a:gd name="connsiteY3" fmla="*/ 7144 h 57150"/>
                <a:gd name="connsiteX4" fmla="*/ 54007 w 57150"/>
                <a:gd name="connsiteY4" fmla="*/ 30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4007" y="30575"/>
                  </a:moveTo>
                  <a:cubicBezTo>
                    <a:pt x="54007" y="43516"/>
                    <a:pt x="43516" y="54007"/>
                    <a:pt x="30575" y="54007"/>
                  </a:cubicBezTo>
                  <a:cubicBezTo>
                    <a:pt x="17635" y="54007"/>
                    <a:pt x="7144" y="43516"/>
                    <a:pt x="7144" y="30575"/>
                  </a:cubicBezTo>
                  <a:cubicBezTo>
                    <a:pt x="7144" y="17634"/>
                    <a:pt x="17635" y="7144"/>
                    <a:pt x="30575" y="7144"/>
                  </a:cubicBezTo>
                  <a:cubicBezTo>
                    <a:pt x="43516" y="7144"/>
                    <a:pt x="54007" y="17634"/>
                    <a:pt x="54007" y="3057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任意多边形: 形状 80"/>
            <p:cNvSpPr/>
            <p:nvPr>
              <p:custDataLst>
                <p:tags r:id="rId78"/>
              </p:custDataLst>
            </p:nvPr>
          </p:nvSpPr>
          <p:spPr>
            <a:xfrm>
              <a:off x="7546848" y="3299746"/>
              <a:ext cx="428625" cy="542925"/>
            </a:xfrm>
            <a:custGeom>
              <a:avLst/>
              <a:gdLst>
                <a:gd name="connsiteX0" fmla="*/ 328422 w 428625"/>
                <a:gd name="connsiteY0" fmla="*/ 7144 h 542925"/>
                <a:gd name="connsiteX1" fmla="*/ 44386 w 428625"/>
                <a:gd name="connsiteY1" fmla="*/ 7144 h 542925"/>
                <a:gd name="connsiteX2" fmla="*/ 7144 w 428625"/>
                <a:gd name="connsiteY2" fmla="*/ 44387 h 542925"/>
                <a:gd name="connsiteX3" fmla="*/ 7144 w 428625"/>
                <a:gd name="connsiteY3" fmla="*/ 504158 h 542925"/>
                <a:gd name="connsiteX4" fmla="*/ 44386 w 428625"/>
                <a:gd name="connsiteY4" fmla="*/ 541401 h 542925"/>
                <a:gd name="connsiteX5" fmla="*/ 393287 w 428625"/>
                <a:gd name="connsiteY5" fmla="*/ 541401 h 542925"/>
                <a:gd name="connsiteX6" fmla="*/ 430530 w 428625"/>
                <a:gd name="connsiteY6" fmla="*/ 504158 h 542925"/>
                <a:gd name="connsiteX7" fmla="*/ 430530 w 428625"/>
                <a:gd name="connsiteY7" fmla="*/ 104680 h 542925"/>
                <a:gd name="connsiteX8" fmla="*/ 328422 w 428625"/>
                <a:gd name="connsiteY8" fmla="*/ 7144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8625" h="542925">
                  <a:moveTo>
                    <a:pt x="328422" y="7144"/>
                  </a:moveTo>
                  <a:lnTo>
                    <a:pt x="44386" y="7144"/>
                  </a:lnTo>
                  <a:cubicBezTo>
                    <a:pt x="23813" y="7144"/>
                    <a:pt x="7144" y="23813"/>
                    <a:pt x="7144" y="44387"/>
                  </a:cubicBezTo>
                  <a:lnTo>
                    <a:pt x="7144" y="504158"/>
                  </a:lnTo>
                  <a:cubicBezTo>
                    <a:pt x="7144" y="524732"/>
                    <a:pt x="23813" y="541401"/>
                    <a:pt x="44386" y="541401"/>
                  </a:cubicBezTo>
                  <a:lnTo>
                    <a:pt x="393287" y="541401"/>
                  </a:lnTo>
                  <a:cubicBezTo>
                    <a:pt x="413861" y="541401"/>
                    <a:pt x="430530" y="524732"/>
                    <a:pt x="430530" y="504158"/>
                  </a:cubicBezTo>
                  <a:lnTo>
                    <a:pt x="430530" y="104680"/>
                  </a:lnTo>
                  <a:lnTo>
                    <a:pt x="328422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任意多边形: 形状 81"/>
            <p:cNvSpPr/>
            <p:nvPr>
              <p:custDataLst>
                <p:tags r:id="rId79"/>
              </p:custDataLst>
            </p:nvPr>
          </p:nvSpPr>
          <p:spPr>
            <a:xfrm>
              <a:off x="7546848" y="3282220"/>
              <a:ext cx="428625" cy="542925"/>
            </a:xfrm>
            <a:custGeom>
              <a:avLst/>
              <a:gdLst>
                <a:gd name="connsiteX0" fmla="*/ 328422 w 428625"/>
                <a:gd name="connsiteY0" fmla="*/ 7144 h 542925"/>
                <a:gd name="connsiteX1" fmla="*/ 44386 w 428625"/>
                <a:gd name="connsiteY1" fmla="*/ 7144 h 542925"/>
                <a:gd name="connsiteX2" fmla="*/ 7144 w 428625"/>
                <a:gd name="connsiteY2" fmla="*/ 44387 h 542925"/>
                <a:gd name="connsiteX3" fmla="*/ 7144 w 428625"/>
                <a:gd name="connsiteY3" fmla="*/ 504158 h 542925"/>
                <a:gd name="connsiteX4" fmla="*/ 44386 w 428625"/>
                <a:gd name="connsiteY4" fmla="*/ 541401 h 542925"/>
                <a:gd name="connsiteX5" fmla="*/ 393287 w 428625"/>
                <a:gd name="connsiteY5" fmla="*/ 541401 h 542925"/>
                <a:gd name="connsiteX6" fmla="*/ 430530 w 428625"/>
                <a:gd name="connsiteY6" fmla="*/ 504158 h 542925"/>
                <a:gd name="connsiteX7" fmla="*/ 430530 w 428625"/>
                <a:gd name="connsiteY7" fmla="*/ 104680 h 542925"/>
                <a:gd name="connsiteX8" fmla="*/ 328422 w 428625"/>
                <a:gd name="connsiteY8" fmla="*/ 7144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8625" h="542925">
                  <a:moveTo>
                    <a:pt x="328422" y="7144"/>
                  </a:moveTo>
                  <a:lnTo>
                    <a:pt x="44386" y="7144"/>
                  </a:lnTo>
                  <a:cubicBezTo>
                    <a:pt x="23813" y="7144"/>
                    <a:pt x="7144" y="23813"/>
                    <a:pt x="7144" y="44387"/>
                  </a:cubicBezTo>
                  <a:lnTo>
                    <a:pt x="7144" y="504158"/>
                  </a:lnTo>
                  <a:cubicBezTo>
                    <a:pt x="7144" y="524732"/>
                    <a:pt x="23813" y="541401"/>
                    <a:pt x="44386" y="541401"/>
                  </a:cubicBezTo>
                  <a:lnTo>
                    <a:pt x="393287" y="541401"/>
                  </a:lnTo>
                  <a:cubicBezTo>
                    <a:pt x="413861" y="541401"/>
                    <a:pt x="430530" y="524732"/>
                    <a:pt x="430530" y="504158"/>
                  </a:cubicBezTo>
                  <a:lnTo>
                    <a:pt x="430530" y="104680"/>
                  </a:lnTo>
                  <a:lnTo>
                    <a:pt x="328422" y="714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任意多边形: 形状 82"/>
            <p:cNvSpPr/>
            <p:nvPr>
              <p:custDataLst>
                <p:tags r:id="rId80"/>
              </p:custDataLst>
            </p:nvPr>
          </p:nvSpPr>
          <p:spPr>
            <a:xfrm>
              <a:off x="7868126" y="3282220"/>
              <a:ext cx="114300" cy="104775"/>
            </a:xfrm>
            <a:custGeom>
              <a:avLst/>
              <a:gdLst>
                <a:gd name="connsiteX0" fmla="*/ 7144 w 114300"/>
                <a:gd name="connsiteY0" fmla="*/ 7144 h 104775"/>
                <a:gd name="connsiteX1" fmla="*/ 109252 w 114300"/>
                <a:gd name="connsiteY1" fmla="*/ 104585 h 104775"/>
                <a:gd name="connsiteX2" fmla="*/ 25527 w 114300"/>
                <a:gd name="connsiteY2" fmla="*/ 104585 h 104775"/>
                <a:gd name="connsiteX3" fmla="*/ 7144 w 114300"/>
                <a:gd name="connsiteY3" fmla="*/ 86201 h 104775"/>
                <a:gd name="connsiteX4" fmla="*/ 7144 w 114300"/>
                <a:gd name="connsiteY4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04775">
                  <a:moveTo>
                    <a:pt x="7144" y="7144"/>
                  </a:moveTo>
                  <a:lnTo>
                    <a:pt x="109252" y="104585"/>
                  </a:lnTo>
                  <a:lnTo>
                    <a:pt x="25527" y="104585"/>
                  </a:lnTo>
                  <a:cubicBezTo>
                    <a:pt x="15430" y="104585"/>
                    <a:pt x="7144" y="96393"/>
                    <a:pt x="7144" y="86201"/>
                  </a:cubicBezTo>
                  <a:lnTo>
                    <a:pt x="7144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任意多边形: 形状 83"/>
            <p:cNvSpPr/>
            <p:nvPr>
              <p:custDataLst>
                <p:tags r:id="rId81"/>
              </p:custDataLst>
            </p:nvPr>
          </p:nvSpPr>
          <p:spPr>
            <a:xfrm>
              <a:off x="7631144" y="3653314"/>
              <a:ext cx="266700" cy="19050"/>
            </a:xfrm>
            <a:custGeom>
              <a:avLst/>
              <a:gdLst>
                <a:gd name="connsiteX0" fmla="*/ 256127 w 266700"/>
                <a:gd name="connsiteY0" fmla="*/ 19145 h 19050"/>
                <a:gd name="connsiteX1" fmla="*/ 13145 w 266700"/>
                <a:gd name="connsiteY1" fmla="*/ 19145 h 19050"/>
                <a:gd name="connsiteX2" fmla="*/ 7144 w 266700"/>
                <a:gd name="connsiteY2" fmla="*/ 13145 h 19050"/>
                <a:gd name="connsiteX3" fmla="*/ 7144 w 266700"/>
                <a:gd name="connsiteY3" fmla="*/ 13145 h 19050"/>
                <a:gd name="connsiteX4" fmla="*/ 13145 w 266700"/>
                <a:gd name="connsiteY4" fmla="*/ 7144 h 19050"/>
                <a:gd name="connsiteX5" fmla="*/ 256127 w 266700"/>
                <a:gd name="connsiteY5" fmla="*/ 7144 h 19050"/>
                <a:gd name="connsiteX6" fmla="*/ 262128 w 266700"/>
                <a:gd name="connsiteY6" fmla="*/ 13145 h 19050"/>
                <a:gd name="connsiteX7" fmla="*/ 262128 w 266700"/>
                <a:gd name="connsiteY7" fmla="*/ 13145 h 19050"/>
                <a:gd name="connsiteX8" fmla="*/ 256127 w 266700"/>
                <a:gd name="connsiteY8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56127" y="19145"/>
                  </a:moveTo>
                  <a:lnTo>
                    <a:pt x="13145" y="19145"/>
                  </a:lnTo>
                  <a:cubicBezTo>
                    <a:pt x="9811" y="19145"/>
                    <a:pt x="7144" y="16478"/>
                    <a:pt x="7144" y="13145"/>
                  </a:cubicBezTo>
                  <a:lnTo>
                    <a:pt x="7144" y="13145"/>
                  </a:lnTo>
                  <a:cubicBezTo>
                    <a:pt x="7144" y="9811"/>
                    <a:pt x="9811" y="7144"/>
                    <a:pt x="13145" y="7144"/>
                  </a:cubicBezTo>
                  <a:lnTo>
                    <a:pt x="256127" y="7144"/>
                  </a:lnTo>
                  <a:cubicBezTo>
                    <a:pt x="259461" y="7144"/>
                    <a:pt x="262128" y="9811"/>
                    <a:pt x="262128" y="13145"/>
                  </a:cubicBezTo>
                  <a:lnTo>
                    <a:pt x="262128" y="13145"/>
                  </a:lnTo>
                  <a:cubicBezTo>
                    <a:pt x="262128" y="16478"/>
                    <a:pt x="259461" y="19145"/>
                    <a:pt x="256127" y="1914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任意多边形: 形状 84"/>
            <p:cNvSpPr/>
            <p:nvPr>
              <p:custDataLst>
                <p:tags r:id="rId82"/>
              </p:custDataLst>
            </p:nvPr>
          </p:nvSpPr>
          <p:spPr>
            <a:xfrm>
              <a:off x="7631144" y="3586734"/>
              <a:ext cx="266700" cy="19050"/>
            </a:xfrm>
            <a:custGeom>
              <a:avLst/>
              <a:gdLst>
                <a:gd name="connsiteX0" fmla="*/ 256127 w 266700"/>
                <a:gd name="connsiteY0" fmla="*/ 19145 h 19050"/>
                <a:gd name="connsiteX1" fmla="*/ 13145 w 266700"/>
                <a:gd name="connsiteY1" fmla="*/ 19145 h 19050"/>
                <a:gd name="connsiteX2" fmla="*/ 7144 w 266700"/>
                <a:gd name="connsiteY2" fmla="*/ 13145 h 19050"/>
                <a:gd name="connsiteX3" fmla="*/ 7144 w 266700"/>
                <a:gd name="connsiteY3" fmla="*/ 13145 h 19050"/>
                <a:gd name="connsiteX4" fmla="*/ 13145 w 266700"/>
                <a:gd name="connsiteY4" fmla="*/ 7144 h 19050"/>
                <a:gd name="connsiteX5" fmla="*/ 256127 w 266700"/>
                <a:gd name="connsiteY5" fmla="*/ 7144 h 19050"/>
                <a:gd name="connsiteX6" fmla="*/ 262128 w 266700"/>
                <a:gd name="connsiteY6" fmla="*/ 13145 h 19050"/>
                <a:gd name="connsiteX7" fmla="*/ 262128 w 266700"/>
                <a:gd name="connsiteY7" fmla="*/ 13145 h 19050"/>
                <a:gd name="connsiteX8" fmla="*/ 256127 w 266700"/>
                <a:gd name="connsiteY8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56127" y="19145"/>
                  </a:moveTo>
                  <a:lnTo>
                    <a:pt x="13145" y="19145"/>
                  </a:lnTo>
                  <a:cubicBezTo>
                    <a:pt x="9811" y="19145"/>
                    <a:pt x="7144" y="16478"/>
                    <a:pt x="7144" y="13145"/>
                  </a:cubicBezTo>
                  <a:lnTo>
                    <a:pt x="7144" y="13145"/>
                  </a:lnTo>
                  <a:cubicBezTo>
                    <a:pt x="7144" y="9811"/>
                    <a:pt x="9811" y="7144"/>
                    <a:pt x="13145" y="7144"/>
                  </a:cubicBezTo>
                  <a:lnTo>
                    <a:pt x="256127" y="7144"/>
                  </a:lnTo>
                  <a:cubicBezTo>
                    <a:pt x="259461" y="7144"/>
                    <a:pt x="262128" y="9811"/>
                    <a:pt x="262128" y="13145"/>
                  </a:cubicBezTo>
                  <a:lnTo>
                    <a:pt x="262128" y="13145"/>
                  </a:lnTo>
                  <a:cubicBezTo>
                    <a:pt x="262128" y="16478"/>
                    <a:pt x="259461" y="19145"/>
                    <a:pt x="256127" y="1914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任意多边形: 形状 85"/>
            <p:cNvSpPr/>
            <p:nvPr>
              <p:custDataLst>
                <p:tags r:id="rId83"/>
              </p:custDataLst>
            </p:nvPr>
          </p:nvSpPr>
          <p:spPr>
            <a:xfrm>
              <a:off x="7631144" y="3520154"/>
              <a:ext cx="266700" cy="19050"/>
            </a:xfrm>
            <a:custGeom>
              <a:avLst/>
              <a:gdLst>
                <a:gd name="connsiteX0" fmla="*/ 256127 w 266700"/>
                <a:gd name="connsiteY0" fmla="*/ 19145 h 19050"/>
                <a:gd name="connsiteX1" fmla="*/ 13145 w 266700"/>
                <a:gd name="connsiteY1" fmla="*/ 19145 h 19050"/>
                <a:gd name="connsiteX2" fmla="*/ 7144 w 266700"/>
                <a:gd name="connsiteY2" fmla="*/ 13145 h 19050"/>
                <a:gd name="connsiteX3" fmla="*/ 7144 w 266700"/>
                <a:gd name="connsiteY3" fmla="*/ 13145 h 19050"/>
                <a:gd name="connsiteX4" fmla="*/ 13145 w 266700"/>
                <a:gd name="connsiteY4" fmla="*/ 7144 h 19050"/>
                <a:gd name="connsiteX5" fmla="*/ 256127 w 266700"/>
                <a:gd name="connsiteY5" fmla="*/ 7144 h 19050"/>
                <a:gd name="connsiteX6" fmla="*/ 262128 w 266700"/>
                <a:gd name="connsiteY6" fmla="*/ 13145 h 19050"/>
                <a:gd name="connsiteX7" fmla="*/ 262128 w 266700"/>
                <a:gd name="connsiteY7" fmla="*/ 13145 h 19050"/>
                <a:gd name="connsiteX8" fmla="*/ 256127 w 266700"/>
                <a:gd name="connsiteY8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56127" y="19145"/>
                  </a:moveTo>
                  <a:lnTo>
                    <a:pt x="13145" y="19145"/>
                  </a:lnTo>
                  <a:cubicBezTo>
                    <a:pt x="9811" y="19145"/>
                    <a:pt x="7144" y="16478"/>
                    <a:pt x="7144" y="13145"/>
                  </a:cubicBezTo>
                  <a:lnTo>
                    <a:pt x="7144" y="13145"/>
                  </a:lnTo>
                  <a:cubicBezTo>
                    <a:pt x="7144" y="9811"/>
                    <a:pt x="9811" y="7144"/>
                    <a:pt x="13145" y="7144"/>
                  </a:cubicBezTo>
                  <a:lnTo>
                    <a:pt x="256127" y="7144"/>
                  </a:lnTo>
                  <a:cubicBezTo>
                    <a:pt x="259461" y="7144"/>
                    <a:pt x="262128" y="9811"/>
                    <a:pt x="262128" y="13145"/>
                  </a:cubicBezTo>
                  <a:lnTo>
                    <a:pt x="262128" y="13145"/>
                  </a:lnTo>
                  <a:cubicBezTo>
                    <a:pt x="262128" y="16478"/>
                    <a:pt x="259461" y="19145"/>
                    <a:pt x="256127" y="1914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任意多边形: 形状 86"/>
            <p:cNvSpPr/>
            <p:nvPr>
              <p:custDataLst>
                <p:tags r:id="rId84"/>
              </p:custDataLst>
            </p:nvPr>
          </p:nvSpPr>
          <p:spPr>
            <a:xfrm>
              <a:off x="7631144" y="3453575"/>
              <a:ext cx="266700" cy="19050"/>
            </a:xfrm>
            <a:custGeom>
              <a:avLst/>
              <a:gdLst>
                <a:gd name="connsiteX0" fmla="*/ 256127 w 266700"/>
                <a:gd name="connsiteY0" fmla="*/ 19145 h 19050"/>
                <a:gd name="connsiteX1" fmla="*/ 13145 w 266700"/>
                <a:gd name="connsiteY1" fmla="*/ 19145 h 19050"/>
                <a:gd name="connsiteX2" fmla="*/ 7144 w 266700"/>
                <a:gd name="connsiteY2" fmla="*/ 13145 h 19050"/>
                <a:gd name="connsiteX3" fmla="*/ 7144 w 266700"/>
                <a:gd name="connsiteY3" fmla="*/ 13145 h 19050"/>
                <a:gd name="connsiteX4" fmla="*/ 13145 w 266700"/>
                <a:gd name="connsiteY4" fmla="*/ 7144 h 19050"/>
                <a:gd name="connsiteX5" fmla="*/ 256127 w 266700"/>
                <a:gd name="connsiteY5" fmla="*/ 7144 h 19050"/>
                <a:gd name="connsiteX6" fmla="*/ 262128 w 266700"/>
                <a:gd name="connsiteY6" fmla="*/ 13145 h 19050"/>
                <a:gd name="connsiteX7" fmla="*/ 262128 w 266700"/>
                <a:gd name="connsiteY7" fmla="*/ 13145 h 19050"/>
                <a:gd name="connsiteX8" fmla="*/ 256127 w 266700"/>
                <a:gd name="connsiteY8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700" h="19050">
                  <a:moveTo>
                    <a:pt x="256127" y="19145"/>
                  </a:moveTo>
                  <a:lnTo>
                    <a:pt x="13145" y="19145"/>
                  </a:lnTo>
                  <a:cubicBezTo>
                    <a:pt x="9811" y="19145"/>
                    <a:pt x="7144" y="16478"/>
                    <a:pt x="7144" y="13145"/>
                  </a:cubicBezTo>
                  <a:lnTo>
                    <a:pt x="7144" y="13145"/>
                  </a:lnTo>
                  <a:cubicBezTo>
                    <a:pt x="7144" y="9811"/>
                    <a:pt x="9811" y="7144"/>
                    <a:pt x="13145" y="7144"/>
                  </a:cubicBezTo>
                  <a:lnTo>
                    <a:pt x="256127" y="7144"/>
                  </a:lnTo>
                  <a:cubicBezTo>
                    <a:pt x="259461" y="7144"/>
                    <a:pt x="262128" y="9811"/>
                    <a:pt x="262128" y="13145"/>
                  </a:cubicBezTo>
                  <a:lnTo>
                    <a:pt x="262128" y="13145"/>
                  </a:lnTo>
                  <a:cubicBezTo>
                    <a:pt x="262128" y="16478"/>
                    <a:pt x="259461" y="19145"/>
                    <a:pt x="256127" y="1914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任意多边形: 形状 87"/>
            <p:cNvSpPr/>
            <p:nvPr>
              <p:custDataLst>
                <p:tags r:id="rId85"/>
              </p:custDataLst>
            </p:nvPr>
          </p:nvSpPr>
          <p:spPr>
            <a:xfrm>
              <a:off x="7631049" y="3712178"/>
              <a:ext cx="200025" cy="19050"/>
            </a:xfrm>
            <a:custGeom>
              <a:avLst/>
              <a:gdLst>
                <a:gd name="connsiteX0" fmla="*/ 195739 w 200025"/>
                <a:gd name="connsiteY0" fmla="*/ 19145 h 19050"/>
                <a:gd name="connsiteX1" fmla="*/ 13145 w 200025"/>
                <a:gd name="connsiteY1" fmla="*/ 19145 h 19050"/>
                <a:gd name="connsiteX2" fmla="*/ 7144 w 200025"/>
                <a:gd name="connsiteY2" fmla="*/ 13144 h 19050"/>
                <a:gd name="connsiteX3" fmla="*/ 7144 w 200025"/>
                <a:gd name="connsiteY3" fmla="*/ 13144 h 19050"/>
                <a:gd name="connsiteX4" fmla="*/ 13145 w 200025"/>
                <a:gd name="connsiteY4" fmla="*/ 7144 h 19050"/>
                <a:gd name="connsiteX5" fmla="*/ 195739 w 200025"/>
                <a:gd name="connsiteY5" fmla="*/ 7144 h 19050"/>
                <a:gd name="connsiteX6" fmla="*/ 201740 w 200025"/>
                <a:gd name="connsiteY6" fmla="*/ 13144 h 19050"/>
                <a:gd name="connsiteX7" fmla="*/ 201740 w 200025"/>
                <a:gd name="connsiteY7" fmla="*/ 13144 h 19050"/>
                <a:gd name="connsiteX8" fmla="*/ 195739 w 200025"/>
                <a:gd name="connsiteY8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19050">
                  <a:moveTo>
                    <a:pt x="195739" y="19145"/>
                  </a:moveTo>
                  <a:lnTo>
                    <a:pt x="13145" y="19145"/>
                  </a:lnTo>
                  <a:cubicBezTo>
                    <a:pt x="9811" y="19145"/>
                    <a:pt x="7144" y="16478"/>
                    <a:pt x="7144" y="13144"/>
                  </a:cubicBezTo>
                  <a:lnTo>
                    <a:pt x="7144" y="13144"/>
                  </a:lnTo>
                  <a:cubicBezTo>
                    <a:pt x="7144" y="9811"/>
                    <a:pt x="9811" y="7144"/>
                    <a:pt x="13145" y="7144"/>
                  </a:cubicBezTo>
                  <a:lnTo>
                    <a:pt x="195739" y="7144"/>
                  </a:lnTo>
                  <a:cubicBezTo>
                    <a:pt x="199073" y="7144"/>
                    <a:pt x="201740" y="9811"/>
                    <a:pt x="201740" y="13144"/>
                  </a:cubicBezTo>
                  <a:lnTo>
                    <a:pt x="201740" y="13144"/>
                  </a:lnTo>
                  <a:cubicBezTo>
                    <a:pt x="201740" y="16383"/>
                    <a:pt x="199073" y="19145"/>
                    <a:pt x="195739" y="1914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任意多边形: 形状 88"/>
            <p:cNvSpPr/>
            <p:nvPr>
              <p:custDataLst>
                <p:tags r:id="rId86"/>
              </p:custDataLst>
            </p:nvPr>
          </p:nvSpPr>
          <p:spPr>
            <a:xfrm>
              <a:off x="7579423" y="3317938"/>
              <a:ext cx="57150" cy="57150"/>
            </a:xfrm>
            <a:custGeom>
              <a:avLst/>
              <a:gdLst>
                <a:gd name="connsiteX0" fmla="*/ 54007 w 57150"/>
                <a:gd name="connsiteY0" fmla="*/ 30575 h 57150"/>
                <a:gd name="connsiteX1" fmla="*/ 30575 w 57150"/>
                <a:gd name="connsiteY1" fmla="*/ 54007 h 57150"/>
                <a:gd name="connsiteX2" fmla="*/ 7144 w 57150"/>
                <a:gd name="connsiteY2" fmla="*/ 30575 h 57150"/>
                <a:gd name="connsiteX3" fmla="*/ 30575 w 57150"/>
                <a:gd name="connsiteY3" fmla="*/ 7144 h 57150"/>
                <a:gd name="connsiteX4" fmla="*/ 54007 w 57150"/>
                <a:gd name="connsiteY4" fmla="*/ 30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4007" y="30575"/>
                  </a:moveTo>
                  <a:cubicBezTo>
                    <a:pt x="54007" y="43529"/>
                    <a:pt x="43529" y="54007"/>
                    <a:pt x="30575" y="54007"/>
                  </a:cubicBezTo>
                  <a:cubicBezTo>
                    <a:pt x="17622" y="54007"/>
                    <a:pt x="7144" y="43529"/>
                    <a:pt x="7144" y="30575"/>
                  </a:cubicBezTo>
                  <a:cubicBezTo>
                    <a:pt x="7144" y="17621"/>
                    <a:pt x="17622" y="7144"/>
                    <a:pt x="30575" y="7144"/>
                  </a:cubicBezTo>
                  <a:cubicBezTo>
                    <a:pt x="43529" y="7144"/>
                    <a:pt x="54007" y="17621"/>
                    <a:pt x="54007" y="30575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任意多边形: 形状 89"/>
            <p:cNvSpPr/>
            <p:nvPr>
              <p:custDataLst>
                <p:tags r:id="rId87"/>
              </p:custDataLst>
            </p:nvPr>
          </p:nvSpPr>
          <p:spPr>
            <a:xfrm>
              <a:off x="7268909" y="3650552"/>
              <a:ext cx="180975" cy="180975"/>
            </a:xfrm>
            <a:custGeom>
              <a:avLst/>
              <a:gdLst>
                <a:gd name="connsiteX0" fmla="*/ 166688 w 180975"/>
                <a:gd name="connsiteY0" fmla="*/ 180689 h 180975"/>
                <a:gd name="connsiteX1" fmla="*/ 22288 w 180975"/>
                <a:gd name="connsiteY1" fmla="*/ 180689 h 180975"/>
                <a:gd name="connsiteX2" fmla="*/ 7144 w 180975"/>
                <a:gd name="connsiteY2" fmla="*/ 165545 h 180975"/>
                <a:gd name="connsiteX3" fmla="*/ 7144 w 180975"/>
                <a:gd name="connsiteY3" fmla="*/ 22288 h 180975"/>
                <a:gd name="connsiteX4" fmla="*/ 22288 w 180975"/>
                <a:gd name="connsiteY4" fmla="*/ 7144 h 180975"/>
                <a:gd name="connsiteX5" fmla="*/ 166688 w 180975"/>
                <a:gd name="connsiteY5" fmla="*/ 7144 h 180975"/>
                <a:gd name="connsiteX6" fmla="*/ 181832 w 180975"/>
                <a:gd name="connsiteY6" fmla="*/ 22288 h 180975"/>
                <a:gd name="connsiteX7" fmla="*/ 181832 w 180975"/>
                <a:gd name="connsiteY7" fmla="*/ 165545 h 180975"/>
                <a:gd name="connsiteX8" fmla="*/ 166688 w 180975"/>
                <a:gd name="connsiteY8" fmla="*/ 180689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975" h="180975">
                  <a:moveTo>
                    <a:pt x="166688" y="180689"/>
                  </a:moveTo>
                  <a:lnTo>
                    <a:pt x="22288" y="180689"/>
                  </a:lnTo>
                  <a:cubicBezTo>
                    <a:pt x="13906" y="180689"/>
                    <a:pt x="7144" y="173926"/>
                    <a:pt x="7144" y="165545"/>
                  </a:cubicBezTo>
                  <a:lnTo>
                    <a:pt x="7144" y="22288"/>
                  </a:lnTo>
                  <a:cubicBezTo>
                    <a:pt x="7144" y="13906"/>
                    <a:pt x="13906" y="7144"/>
                    <a:pt x="22288" y="7144"/>
                  </a:cubicBezTo>
                  <a:lnTo>
                    <a:pt x="166688" y="7144"/>
                  </a:lnTo>
                  <a:cubicBezTo>
                    <a:pt x="175070" y="7144"/>
                    <a:pt x="181832" y="13906"/>
                    <a:pt x="181832" y="22288"/>
                  </a:cubicBezTo>
                  <a:lnTo>
                    <a:pt x="181832" y="165545"/>
                  </a:lnTo>
                  <a:cubicBezTo>
                    <a:pt x="181832" y="173926"/>
                    <a:pt x="174974" y="180689"/>
                    <a:pt x="166688" y="180689"/>
                  </a:cubicBezTo>
                  <a:close/>
                </a:path>
              </a:pathLst>
            </a:custGeom>
            <a:solidFill>
              <a:srgbClr val="6887D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任意多边形: 形状 90"/>
            <p:cNvSpPr/>
            <p:nvPr>
              <p:custDataLst>
                <p:tags r:id="rId88"/>
              </p:custDataLst>
            </p:nvPr>
          </p:nvSpPr>
          <p:spPr>
            <a:xfrm>
              <a:off x="7268909" y="3651695"/>
              <a:ext cx="180975" cy="180975"/>
            </a:xfrm>
            <a:custGeom>
              <a:avLst/>
              <a:gdLst>
                <a:gd name="connsiteX0" fmla="*/ 168307 w 180975"/>
                <a:gd name="connsiteY0" fmla="*/ 179546 h 180975"/>
                <a:gd name="connsiteX1" fmla="*/ 181832 w 180975"/>
                <a:gd name="connsiteY1" fmla="*/ 166021 h 180975"/>
                <a:gd name="connsiteX2" fmla="*/ 181832 w 180975"/>
                <a:gd name="connsiteY2" fmla="*/ 19431 h 180975"/>
                <a:gd name="connsiteX3" fmla="*/ 173831 w 180975"/>
                <a:gd name="connsiteY3" fmla="*/ 7144 h 180975"/>
                <a:gd name="connsiteX4" fmla="*/ 7144 w 180975"/>
                <a:gd name="connsiteY4" fmla="*/ 165545 h 180975"/>
                <a:gd name="connsiteX5" fmla="*/ 7144 w 180975"/>
                <a:gd name="connsiteY5" fmla="*/ 166021 h 180975"/>
                <a:gd name="connsiteX6" fmla="*/ 20669 w 180975"/>
                <a:gd name="connsiteY6" fmla="*/ 179546 h 180975"/>
                <a:gd name="connsiteX7" fmla="*/ 168307 w 180975"/>
                <a:gd name="connsiteY7" fmla="*/ 179546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0975" h="180975">
                  <a:moveTo>
                    <a:pt x="168307" y="179546"/>
                  </a:moveTo>
                  <a:cubicBezTo>
                    <a:pt x="175736" y="179546"/>
                    <a:pt x="181832" y="173546"/>
                    <a:pt x="181832" y="166021"/>
                  </a:cubicBezTo>
                  <a:lnTo>
                    <a:pt x="181832" y="19431"/>
                  </a:lnTo>
                  <a:cubicBezTo>
                    <a:pt x="181832" y="13906"/>
                    <a:pt x="178498" y="9239"/>
                    <a:pt x="173831" y="7144"/>
                  </a:cubicBezTo>
                  <a:cubicBezTo>
                    <a:pt x="113062" y="101632"/>
                    <a:pt x="46672" y="146018"/>
                    <a:pt x="7144" y="165545"/>
                  </a:cubicBezTo>
                  <a:lnTo>
                    <a:pt x="7144" y="166021"/>
                  </a:lnTo>
                  <a:cubicBezTo>
                    <a:pt x="7144" y="173450"/>
                    <a:pt x="13144" y="179546"/>
                    <a:pt x="20669" y="179546"/>
                  </a:cubicBezTo>
                  <a:lnTo>
                    <a:pt x="168307" y="179546"/>
                  </a:ln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任意多边形: 形状 91"/>
            <p:cNvSpPr/>
            <p:nvPr>
              <p:custDataLst>
                <p:tags r:id="rId89"/>
              </p:custDataLst>
            </p:nvPr>
          </p:nvSpPr>
          <p:spPr>
            <a:xfrm>
              <a:off x="7299672" y="3684173"/>
              <a:ext cx="123825" cy="123825"/>
            </a:xfrm>
            <a:custGeom>
              <a:avLst/>
              <a:gdLst>
                <a:gd name="connsiteX0" fmla="*/ 60962 w 123825"/>
                <a:gd name="connsiteY0" fmla="*/ 80869 h 123825"/>
                <a:gd name="connsiteX1" fmla="*/ 81060 w 123825"/>
                <a:gd name="connsiteY1" fmla="*/ 60771 h 123825"/>
                <a:gd name="connsiteX2" fmla="*/ 84489 w 123825"/>
                <a:gd name="connsiteY2" fmla="*/ 60009 h 123825"/>
                <a:gd name="connsiteX3" fmla="*/ 111730 w 123825"/>
                <a:gd name="connsiteY3" fmla="*/ 54008 h 123825"/>
                <a:gd name="connsiteX4" fmla="*/ 120207 w 123825"/>
                <a:gd name="connsiteY4" fmla="*/ 34863 h 123825"/>
                <a:gd name="connsiteX5" fmla="*/ 114588 w 123825"/>
                <a:gd name="connsiteY5" fmla="*/ 32387 h 123825"/>
                <a:gd name="connsiteX6" fmla="*/ 105444 w 123825"/>
                <a:gd name="connsiteY6" fmla="*/ 41531 h 123825"/>
                <a:gd name="connsiteX7" fmla="*/ 99729 w 123825"/>
                <a:gd name="connsiteY7" fmla="*/ 42579 h 123825"/>
                <a:gd name="connsiteX8" fmla="*/ 84679 w 123825"/>
                <a:gd name="connsiteY8" fmla="*/ 27529 h 123825"/>
                <a:gd name="connsiteX9" fmla="*/ 84679 w 123825"/>
                <a:gd name="connsiteY9" fmla="*/ 22862 h 123825"/>
                <a:gd name="connsiteX10" fmla="*/ 94776 w 123825"/>
                <a:gd name="connsiteY10" fmla="*/ 12765 h 123825"/>
                <a:gd name="connsiteX11" fmla="*/ 92299 w 123825"/>
                <a:gd name="connsiteY11" fmla="*/ 7146 h 123825"/>
                <a:gd name="connsiteX12" fmla="*/ 73725 w 123825"/>
                <a:gd name="connsiteY12" fmla="*/ 15051 h 123825"/>
                <a:gd name="connsiteX13" fmla="*/ 67153 w 123825"/>
                <a:gd name="connsiteY13" fmla="*/ 42864 h 123825"/>
                <a:gd name="connsiteX14" fmla="*/ 66391 w 123825"/>
                <a:gd name="connsiteY14" fmla="*/ 46389 h 123825"/>
                <a:gd name="connsiteX15" fmla="*/ 46293 w 123825"/>
                <a:gd name="connsiteY15" fmla="*/ 66486 h 123825"/>
                <a:gd name="connsiteX16" fmla="*/ 42864 w 123825"/>
                <a:gd name="connsiteY16" fmla="*/ 67248 h 123825"/>
                <a:gd name="connsiteX17" fmla="*/ 15623 w 123825"/>
                <a:gd name="connsiteY17" fmla="*/ 73249 h 123825"/>
                <a:gd name="connsiteX18" fmla="*/ 7146 w 123825"/>
                <a:gd name="connsiteY18" fmla="*/ 92394 h 123825"/>
                <a:gd name="connsiteX19" fmla="*/ 12765 w 123825"/>
                <a:gd name="connsiteY19" fmla="*/ 94871 h 123825"/>
                <a:gd name="connsiteX20" fmla="*/ 22862 w 123825"/>
                <a:gd name="connsiteY20" fmla="*/ 84774 h 123825"/>
                <a:gd name="connsiteX21" fmla="*/ 27529 w 123825"/>
                <a:gd name="connsiteY21" fmla="*/ 84774 h 123825"/>
                <a:gd name="connsiteX22" fmla="*/ 42579 w 123825"/>
                <a:gd name="connsiteY22" fmla="*/ 99824 h 123825"/>
                <a:gd name="connsiteX23" fmla="*/ 42579 w 123825"/>
                <a:gd name="connsiteY23" fmla="*/ 104491 h 123825"/>
                <a:gd name="connsiteX24" fmla="*/ 32482 w 123825"/>
                <a:gd name="connsiteY24" fmla="*/ 114588 h 123825"/>
                <a:gd name="connsiteX25" fmla="*/ 34959 w 123825"/>
                <a:gd name="connsiteY25" fmla="*/ 120207 h 123825"/>
                <a:gd name="connsiteX26" fmla="*/ 53532 w 123825"/>
                <a:gd name="connsiteY26" fmla="*/ 112301 h 123825"/>
                <a:gd name="connsiteX27" fmla="*/ 60105 w 123825"/>
                <a:gd name="connsiteY27" fmla="*/ 84489 h 123825"/>
                <a:gd name="connsiteX28" fmla="*/ 60962 w 123825"/>
                <a:gd name="connsiteY28" fmla="*/ 8086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3825" h="123825">
                  <a:moveTo>
                    <a:pt x="60962" y="80869"/>
                  </a:moveTo>
                  <a:lnTo>
                    <a:pt x="81060" y="60771"/>
                  </a:lnTo>
                  <a:cubicBezTo>
                    <a:pt x="81917" y="59914"/>
                    <a:pt x="83250" y="59628"/>
                    <a:pt x="84489" y="60009"/>
                  </a:cubicBezTo>
                  <a:cubicBezTo>
                    <a:pt x="93728" y="62962"/>
                    <a:pt x="104396" y="61057"/>
                    <a:pt x="111730" y="54008"/>
                  </a:cubicBezTo>
                  <a:cubicBezTo>
                    <a:pt x="117255" y="48770"/>
                    <a:pt x="120112" y="41912"/>
                    <a:pt x="120207" y="34863"/>
                  </a:cubicBezTo>
                  <a:cubicBezTo>
                    <a:pt x="120303" y="31815"/>
                    <a:pt x="116683" y="30196"/>
                    <a:pt x="114588" y="32387"/>
                  </a:cubicBezTo>
                  <a:lnTo>
                    <a:pt x="105444" y="41531"/>
                  </a:lnTo>
                  <a:cubicBezTo>
                    <a:pt x="103158" y="43817"/>
                    <a:pt x="101062" y="43817"/>
                    <a:pt x="99729" y="42579"/>
                  </a:cubicBezTo>
                  <a:lnTo>
                    <a:pt x="84679" y="27529"/>
                  </a:lnTo>
                  <a:cubicBezTo>
                    <a:pt x="83346" y="26196"/>
                    <a:pt x="83346" y="24195"/>
                    <a:pt x="84679" y="22862"/>
                  </a:cubicBezTo>
                  <a:lnTo>
                    <a:pt x="94776" y="12765"/>
                  </a:lnTo>
                  <a:cubicBezTo>
                    <a:pt x="96871" y="10670"/>
                    <a:pt x="95252" y="7050"/>
                    <a:pt x="92299" y="7146"/>
                  </a:cubicBezTo>
                  <a:cubicBezTo>
                    <a:pt x="85536" y="7336"/>
                    <a:pt x="78869" y="9908"/>
                    <a:pt x="73725" y="15051"/>
                  </a:cubicBezTo>
                  <a:cubicBezTo>
                    <a:pt x="66201" y="22576"/>
                    <a:pt x="64010" y="33434"/>
                    <a:pt x="67153" y="42864"/>
                  </a:cubicBezTo>
                  <a:cubicBezTo>
                    <a:pt x="67534" y="44103"/>
                    <a:pt x="67344" y="45436"/>
                    <a:pt x="66391" y="46389"/>
                  </a:cubicBezTo>
                  <a:lnTo>
                    <a:pt x="46293" y="66486"/>
                  </a:lnTo>
                  <a:cubicBezTo>
                    <a:pt x="45436" y="67343"/>
                    <a:pt x="44103" y="67629"/>
                    <a:pt x="42864" y="67248"/>
                  </a:cubicBezTo>
                  <a:cubicBezTo>
                    <a:pt x="33625" y="64296"/>
                    <a:pt x="22957" y="66200"/>
                    <a:pt x="15623" y="73249"/>
                  </a:cubicBezTo>
                  <a:cubicBezTo>
                    <a:pt x="10098" y="78488"/>
                    <a:pt x="7241" y="85346"/>
                    <a:pt x="7146" y="92394"/>
                  </a:cubicBezTo>
                  <a:cubicBezTo>
                    <a:pt x="7050" y="95442"/>
                    <a:pt x="10670" y="97062"/>
                    <a:pt x="12765" y="94871"/>
                  </a:cubicBezTo>
                  <a:lnTo>
                    <a:pt x="22862" y="84774"/>
                  </a:lnTo>
                  <a:cubicBezTo>
                    <a:pt x="24195" y="83441"/>
                    <a:pt x="26196" y="83441"/>
                    <a:pt x="27529" y="84774"/>
                  </a:cubicBezTo>
                  <a:lnTo>
                    <a:pt x="42579" y="99824"/>
                  </a:lnTo>
                  <a:cubicBezTo>
                    <a:pt x="43912" y="101157"/>
                    <a:pt x="43912" y="103157"/>
                    <a:pt x="42579" y="104491"/>
                  </a:cubicBezTo>
                  <a:lnTo>
                    <a:pt x="32482" y="114588"/>
                  </a:lnTo>
                  <a:cubicBezTo>
                    <a:pt x="30387" y="116683"/>
                    <a:pt x="32006" y="120303"/>
                    <a:pt x="34959" y="120207"/>
                  </a:cubicBezTo>
                  <a:cubicBezTo>
                    <a:pt x="41721" y="120017"/>
                    <a:pt x="48389" y="117445"/>
                    <a:pt x="53532" y="112301"/>
                  </a:cubicBezTo>
                  <a:cubicBezTo>
                    <a:pt x="61057" y="104777"/>
                    <a:pt x="63248" y="93918"/>
                    <a:pt x="60105" y="84489"/>
                  </a:cubicBezTo>
                  <a:cubicBezTo>
                    <a:pt x="59819" y="83060"/>
                    <a:pt x="60010" y="81726"/>
                    <a:pt x="60962" y="808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3" name="任意多边形: 形状 92"/>
            <p:cNvSpPr/>
            <p:nvPr>
              <p:custDataLst>
                <p:tags r:id="rId90"/>
              </p:custDataLst>
            </p:nvPr>
          </p:nvSpPr>
          <p:spPr>
            <a:xfrm>
              <a:off x="7783163" y="3258598"/>
              <a:ext cx="66675" cy="133350"/>
            </a:xfrm>
            <a:custGeom>
              <a:avLst/>
              <a:gdLst>
                <a:gd name="connsiteX0" fmla="*/ 62389 w 66675"/>
                <a:gd name="connsiteY0" fmla="*/ 39719 h 133350"/>
                <a:gd name="connsiteX1" fmla="*/ 62389 w 66675"/>
                <a:gd name="connsiteY1" fmla="*/ 101727 h 133350"/>
                <a:gd name="connsiteX2" fmla="*/ 34957 w 66675"/>
                <a:gd name="connsiteY2" fmla="*/ 131159 h 133350"/>
                <a:gd name="connsiteX3" fmla="*/ 7144 w 66675"/>
                <a:gd name="connsiteY3" fmla="*/ 101727 h 133350"/>
                <a:gd name="connsiteX4" fmla="*/ 7144 w 66675"/>
                <a:gd name="connsiteY4" fmla="*/ 714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33350">
                  <a:moveTo>
                    <a:pt x="62389" y="39719"/>
                  </a:moveTo>
                  <a:lnTo>
                    <a:pt x="62389" y="101727"/>
                  </a:lnTo>
                  <a:cubicBezTo>
                    <a:pt x="62389" y="114014"/>
                    <a:pt x="58007" y="131159"/>
                    <a:pt x="34957" y="131159"/>
                  </a:cubicBezTo>
                  <a:cubicBezTo>
                    <a:pt x="10859" y="131159"/>
                    <a:pt x="7144" y="114014"/>
                    <a:pt x="7144" y="101727"/>
                  </a:cubicBezTo>
                  <a:lnTo>
                    <a:pt x="7144" y="7144"/>
                  </a:lnTo>
                </a:path>
              </a:pathLst>
            </a:custGeom>
            <a:noFill/>
            <a:ln w="9525" cap="rnd">
              <a:solidFill>
                <a:srgbClr val="FFC18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4" name="任意多边形: 形状 93"/>
            <p:cNvSpPr/>
            <p:nvPr>
              <p:custDataLst>
                <p:tags r:id="rId91"/>
              </p:custDataLst>
            </p:nvPr>
          </p:nvSpPr>
          <p:spPr>
            <a:xfrm>
              <a:off x="7800689" y="3255074"/>
              <a:ext cx="47625" cy="85725"/>
            </a:xfrm>
            <a:custGeom>
              <a:avLst/>
              <a:gdLst>
                <a:gd name="connsiteX0" fmla="*/ 44863 w 47625"/>
                <a:gd name="connsiteY0" fmla="*/ 87821 h 85725"/>
                <a:gd name="connsiteX1" fmla="*/ 44863 w 47625"/>
                <a:gd name="connsiteY1" fmla="*/ 26003 h 85725"/>
                <a:gd name="connsiteX2" fmla="*/ 26004 w 47625"/>
                <a:gd name="connsiteY2" fmla="*/ 7144 h 85725"/>
                <a:gd name="connsiteX3" fmla="*/ 7144 w 47625"/>
                <a:gd name="connsiteY3" fmla="*/ 26003 h 85725"/>
                <a:gd name="connsiteX4" fmla="*/ 7144 w 47625"/>
                <a:gd name="connsiteY4" fmla="*/ 7439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85725">
                  <a:moveTo>
                    <a:pt x="44863" y="87821"/>
                  </a:moveTo>
                  <a:lnTo>
                    <a:pt x="44863" y="26003"/>
                  </a:lnTo>
                  <a:cubicBezTo>
                    <a:pt x="44863" y="17526"/>
                    <a:pt x="38481" y="7144"/>
                    <a:pt x="26004" y="7144"/>
                  </a:cubicBezTo>
                  <a:cubicBezTo>
                    <a:pt x="13240" y="7144"/>
                    <a:pt x="7144" y="17621"/>
                    <a:pt x="7144" y="26003"/>
                  </a:cubicBezTo>
                  <a:lnTo>
                    <a:pt x="7144" y="74390"/>
                  </a:lnTo>
                </a:path>
              </a:pathLst>
            </a:custGeom>
            <a:noFill/>
            <a:ln w="9525" cap="rnd">
              <a:solidFill>
                <a:srgbClr val="FFC18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5" name="任意多边形: 形状 94"/>
            <p:cNvSpPr/>
            <p:nvPr>
              <p:custDataLst>
                <p:tags r:id="rId92"/>
              </p:custDataLst>
            </p:nvPr>
          </p:nvSpPr>
          <p:spPr>
            <a:xfrm>
              <a:off x="7800582" y="3291173"/>
              <a:ext cx="28575" cy="76200"/>
            </a:xfrm>
            <a:custGeom>
              <a:avLst/>
              <a:gdLst>
                <a:gd name="connsiteX0" fmla="*/ 7156 w 28575"/>
                <a:gd name="connsiteY0" fmla="*/ 17431 h 76200"/>
                <a:gd name="connsiteX1" fmla="*/ 7156 w 28575"/>
                <a:gd name="connsiteY1" fmla="*/ 61817 h 76200"/>
                <a:gd name="connsiteX2" fmla="*/ 16871 w 28575"/>
                <a:gd name="connsiteY2" fmla="*/ 77533 h 76200"/>
                <a:gd name="connsiteX3" fmla="*/ 27730 w 28575"/>
                <a:gd name="connsiteY3" fmla="*/ 61817 h 76200"/>
                <a:gd name="connsiteX4" fmla="*/ 27730 w 28575"/>
                <a:gd name="connsiteY4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76200">
                  <a:moveTo>
                    <a:pt x="7156" y="17431"/>
                  </a:moveTo>
                  <a:lnTo>
                    <a:pt x="7156" y="61817"/>
                  </a:lnTo>
                  <a:cubicBezTo>
                    <a:pt x="7156" y="66484"/>
                    <a:pt x="6394" y="77533"/>
                    <a:pt x="16871" y="77533"/>
                  </a:cubicBezTo>
                  <a:cubicBezTo>
                    <a:pt x="28587" y="77533"/>
                    <a:pt x="27730" y="66484"/>
                    <a:pt x="27730" y="61817"/>
                  </a:cubicBezTo>
                  <a:lnTo>
                    <a:pt x="27730" y="7144"/>
                  </a:lnTo>
                </a:path>
              </a:pathLst>
            </a:custGeom>
            <a:noFill/>
            <a:ln w="9525" cap="rnd">
              <a:solidFill>
                <a:srgbClr val="FFC18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6" name="任意多边形: 形状 95"/>
            <p:cNvSpPr/>
            <p:nvPr>
              <p:custDataLst>
                <p:tags r:id="rId93"/>
              </p:custDataLst>
            </p:nvPr>
          </p:nvSpPr>
          <p:spPr>
            <a:xfrm>
              <a:off x="7502747" y="2970371"/>
              <a:ext cx="66675" cy="133350"/>
            </a:xfrm>
            <a:custGeom>
              <a:avLst/>
              <a:gdLst>
                <a:gd name="connsiteX0" fmla="*/ 62484 w 66675"/>
                <a:gd name="connsiteY0" fmla="*/ 39719 h 133350"/>
                <a:gd name="connsiteX1" fmla="*/ 62484 w 66675"/>
                <a:gd name="connsiteY1" fmla="*/ 101727 h 133350"/>
                <a:gd name="connsiteX2" fmla="*/ 34957 w 66675"/>
                <a:gd name="connsiteY2" fmla="*/ 131159 h 133350"/>
                <a:gd name="connsiteX3" fmla="*/ 7144 w 66675"/>
                <a:gd name="connsiteY3" fmla="*/ 101727 h 133350"/>
                <a:gd name="connsiteX4" fmla="*/ 7144 w 66675"/>
                <a:gd name="connsiteY4" fmla="*/ 714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33350">
                  <a:moveTo>
                    <a:pt x="62484" y="39719"/>
                  </a:moveTo>
                  <a:lnTo>
                    <a:pt x="62484" y="101727"/>
                  </a:lnTo>
                  <a:cubicBezTo>
                    <a:pt x="62484" y="114014"/>
                    <a:pt x="58102" y="131159"/>
                    <a:pt x="34957" y="131159"/>
                  </a:cubicBezTo>
                  <a:cubicBezTo>
                    <a:pt x="10859" y="131159"/>
                    <a:pt x="7144" y="114014"/>
                    <a:pt x="7144" y="101727"/>
                  </a:cubicBezTo>
                  <a:lnTo>
                    <a:pt x="7144" y="7144"/>
                  </a:lnTo>
                </a:path>
              </a:pathLst>
            </a:custGeom>
            <a:noFill/>
            <a:ln w="9525" cap="rnd">
              <a:solidFill>
                <a:srgbClr val="FFC18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7" name="任意多边形: 形状 96"/>
            <p:cNvSpPr/>
            <p:nvPr>
              <p:custDataLst>
                <p:tags r:id="rId94"/>
              </p:custDataLst>
            </p:nvPr>
          </p:nvSpPr>
          <p:spPr>
            <a:xfrm>
              <a:off x="7520368" y="2966847"/>
              <a:ext cx="47625" cy="85725"/>
            </a:xfrm>
            <a:custGeom>
              <a:avLst/>
              <a:gdLst>
                <a:gd name="connsiteX0" fmla="*/ 44863 w 47625"/>
                <a:gd name="connsiteY0" fmla="*/ 87821 h 85725"/>
                <a:gd name="connsiteX1" fmla="*/ 44863 w 47625"/>
                <a:gd name="connsiteY1" fmla="*/ 26003 h 85725"/>
                <a:gd name="connsiteX2" fmla="*/ 26004 w 47625"/>
                <a:gd name="connsiteY2" fmla="*/ 7144 h 85725"/>
                <a:gd name="connsiteX3" fmla="*/ 7144 w 47625"/>
                <a:gd name="connsiteY3" fmla="*/ 26003 h 85725"/>
                <a:gd name="connsiteX4" fmla="*/ 7144 w 47625"/>
                <a:gd name="connsiteY4" fmla="*/ 7439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85725">
                  <a:moveTo>
                    <a:pt x="44863" y="87821"/>
                  </a:moveTo>
                  <a:lnTo>
                    <a:pt x="44863" y="26003"/>
                  </a:lnTo>
                  <a:cubicBezTo>
                    <a:pt x="44863" y="17526"/>
                    <a:pt x="38481" y="7144"/>
                    <a:pt x="26004" y="7144"/>
                  </a:cubicBezTo>
                  <a:cubicBezTo>
                    <a:pt x="13240" y="7144"/>
                    <a:pt x="7144" y="17621"/>
                    <a:pt x="7144" y="26003"/>
                  </a:cubicBezTo>
                  <a:lnTo>
                    <a:pt x="7144" y="74390"/>
                  </a:lnTo>
                </a:path>
              </a:pathLst>
            </a:custGeom>
            <a:noFill/>
            <a:ln w="9525" cap="rnd">
              <a:solidFill>
                <a:srgbClr val="FFC18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8" name="任意多边形: 形状 97"/>
            <p:cNvSpPr/>
            <p:nvPr>
              <p:custDataLst>
                <p:tags r:id="rId95"/>
              </p:custDataLst>
            </p:nvPr>
          </p:nvSpPr>
          <p:spPr>
            <a:xfrm>
              <a:off x="7520356" y="3002947"/>
              <a:ext cx="28575" cy="76200"/>
            </a:xfrm>
            <a:custGeom>
              <a:avLst/>
              <a:gdLst>
                <a:gd name="connsiteX0" fmla="*/ 7156 w 28575"/>
                <a:gd name="connsiteY0" fmla="*/ 17431 h 76200"/>
                <a:gd name="connsiteX1" fmla="*/ 7156 w 28575"/>
                <a:gd name="connsiteY1" fmla="*/ 61817 h 76200"/>
                <a:gd name="connsiteX2" fmla="*/ 16872 w 28575"/>
                <a:gd name="connsiteY2" fmla="*/ 77533 h 76200"/>
                <a:gd name="connsiteX3" fmla="*/ 27730 w 28575"/>
                <a:gd name="connsiteY3" fmla="*/ 61817 h 76200"/>
                <a:gd name="connsiteX4" fmla="*/ 27730 w 28575"/>
                <a:gd name="connsiteY4" fmla="*/ 714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76200">
                  <a:moveTo>
                    <a:pt x="7156" y="17431"/>
                  </a:moveTo>
                  <a:lnTo>
                    <a:pt x="7156" y="61817"/>
                  </a:lnTo>
                  <a:cubicBezTo>
                    <a:pt x="7156" y="66484"/>
                    <a:pt x="6394" y="77533"/>
                    <a:pt x="16872" y="77533"/>
                  </a:cubicBezTo>
                  <a:cubicBezTo>
                    <a:pt x="28587" y="77533"/>
                    <a:pt x="27730" y="66484"/>
                    <a:pt x="27730" y="61817"/>
                  </a:cubicBezTo>
                  <a:lnTo>
                    <a:pt x="27730" y="7144"/>
                  </a:lnTo>
                </a:path>
              </a:pathLst>
            </a:custGeom>
            <a:noFill/>
            <a:ln w="9525" cap="rnd">
              <a:solidFill>
                <a:srgbClr val="FFC18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任意多边形: 形状 98"/>
            <p:cNvSpPr/>
            <p:nvPr>
              <p:custDataLst>
                <p:tags r:id="rId96"/>
              </p:custDataLst>
            </p:nvPr>
          </p:nvSpPr>
          <p:spPr>
            <a:xfrm>
              <a:off x="7869269" y="2123313"/>
              <a:ext cx="571500" cy="333375"/>
            </a:xfrm>
            <a:custGeom>
              <a:avLst/>
              <a:gdLst>
                <a:gd name="connsiteX0" fmla="*/ 121158 w 571500"/>
                <a:gd name="connsiteY0" fmla="*/ 329851 h 333375"/>
                <a:gd name="connsiteX1" fmla="*/ 209360 w 571500"/>
                <a:gd name="connsiteY1" fmla="*/ 329851 h 333375"/>
                <a:gd name="connsiteX2" fmla="*/ 410718 w 571500"/>
                <a:gd name="connsiteY2" fmla="*/ 329851 h 333375"/>
                <a:gd name="connsiteX3" fmla="*/ 487109 w 571500"/>
                <a:gd name="connsiteY3" fmla="*/ 329851 h 333375"/>
                <a:gd name="connsiteX4" fmla="*/ 573691 w 571500"/>
                <a:gd name="connsiteY4" fmla="*/ 243269 h 333375"/>
                <a:gd name="connsiteX5" fmla="*/ 487109 w 571500"/>
                <a:gd name="connsiteY5" fmla="*/ 156686 h 333375"/>
                <a:gd name="connsiteX6" fmla="*/ 485013 w 571500"/>
                <a:gd name="connsiteY6" fmla="*/ 156782 h 333375"/>
                <a:gd name="connsiteX7" fmla="*/ 310039 w 571500"/>
                <a:gd name="connsiteY7" fmla="*/ 7144 h 333375"/>
                <a:gd name="connsiteX8" fmla="*/ 151352 w 571500"/>
                <a:gd name="connsiteY8" fmla="*/ 105727 h 333375"/>
                <a:gd name="connsiteX9" fmla="*/ 121254 w 571500"/>
                <a:gd name="connsiteY9" fmla="*/ 101537 h 333375"/>
                <a:gd name="connsiteX10" fmla="*/ 7144 w 571500"/>
                <a:gd name="connsiteY10" fmla="*/ 215646 h 333375"/>
                <a:gd name="connsiteX11" fmla="*/ 121158 w 571500"/>
                <a:gd name="connsiteY11" fmla="*/ 329851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1500" h="333375">
                  <a:moveTo>
                    <a:pt x="121158" y="329851"/>
                  </a:moveTo>
                  <a:cubicBezTo>
                    <a:pt x="122492" y="329851"/>
                    <a:pt x="209360" y="329851"/>
                    <a:pt x="209360" y="329851"/>
                  </a:cubicBezTo>
                  <a:lnTo>
                    <a:pt x="410718" y="329851"/>
                  </a:lnTo>
                  <a:lnTo>
                    <a:pt x="487109" y="329851"/>
                  </a:lnTo>
                  <a:cubicBezTo>
                    <a:pt x="534924" y="329851"/>
                    <a:pt x="573691" y="291084"/>
                    <a:pt x="573691" y="243269"/>
                  </a:cubicBezTo>
                  <a:cubicBezTo>
                    <a:pt x="573691" y="195453"/>
                    <a:pt x="534924" y="156686"/>
                    <a:pt x="487109" y="156686"/>
                  </a:cubicBezTo>
                  <a:cubicBezTo>
                    <a:pt x="486346" y="156686"/>
                    <a:pt x="485680" y="156782"/>
                    <a:pt x="485013" y="156782"/>
                  </a:cubicBezTo>
                  <a:cubicBezTo>
                    <a:pt x="471869" y="72009"/>
                    <a:pt x="398526" y="7144"/>
                    <a:pt x="310039" y="7144"/>
                  </a:cubicBezTo>
                  <a:cubicBezTo>
                    <a:pt x="240411" y="7144"/>
                    <a:pt x="180213" y="47339"/>
                    <a:pt x="151352" y="105727"/>
                  </a:cubicBezTo>
                  <a:cubicBezTo>
                    <a:pt x="141732" y="103061"/>
                    <a:pt x="131636" y="101537"/>
                    <a:pt x="121254" y="101537"/>
                  </a:cubicBezTo>
                  <a:cubicBezTo>
                    <a:pt x="58198" y="101537"/>
                    <a:pt x="7144" y="152591"/>
                    <a:pt x="7144" y="215646"/>
                  </a:cubicBezTo>
                  <a:cubicBezTo>
                    <a:pt x="7144" y="278701"/>
                    <a:pt x="58103" y="329851"/>
                    <a:pt x="121158" y="329851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任意多边形: 形状 99"/>
            <p:cNvSpPr/>
            <p:nvPr>
              <p:custDataLst>
                <p:tags r:id="rId97"/>
              </p:custDataLst>
            </p:nvPr>
          </p:nvSpPr>
          <p:spPr>
            <a:xfrm>
              <a:off x="8100766" y="2244042"/>
              <a:ext cx="133350" cy="114300"/>
            </a:xfrm>
            <a:custGeom>
              <a:avLst/>
              <a:gdLst>
                <a:gd name="connsiteX0" fmla="*/ 122262 w 133350"/>
                <a:gd name="connsiteY0" fmla="*/ 108823 h 114300"/>
                <a:gd name="connsiteX1" fmla="*/ 12153 w 133350"/>
                <a:gd name="connsiteY1" fmla="*/ 108728 h 114300"/>
                <a:gd name="connsiteX2" fmla="*/ 7867 w 133350"/>
                <a:gd name="connsiteY2" fmla="*/ 101203 h 114300"/>
                <a:gd name="connsiteX3" fmla="*/ 63017 w 133350"/>
                <a:gd name="connsiteY3" fmla="*/ 9573 h 114300"/>
                <a:gd name="connsiteX4" fmla="*/ 71589 w 133350"/>
                <a:gd name="connsiteY4" fmla="*/ 9573 h 114300"/>
                <a:gd name="connsiteX5" fmla="*/ 126549 w 133350"/>
                <a:gd name="connsiteY5" fmla="*/ 101298 h 114300"/>
                <a:gd name="connsiteX6" fmla="*/ 122262 w 133350"/>
                <a:gd name="connsiteY6" fmla="*/ 10882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350" h="114300">
                  <a:moveTo>
                    <a:pt x="122262" y="108823"/>
                  </a:moveTo>
                  <a:lnTo>
                    <a:pt x="12153" y="108728"/>
                  </a:lnTo>
                  <a:cubicBezTo>
                    <a:pt x="8248" y="108728"/>
                    <a:pt x="5867" y="104537"/>
                    <a:pt x="7867" y="101203"/>
                  </a:cubicBezTo>
                  <a:lnTo>
                    <a:pt x="63017" y="9573"/>
                  </a:lnTo>
                  <a:cubicBezTo>
                    <a:pt x="64922" y="6334"/>
                    <a:pt x="69589" y="6334"/>
                    <a:pt x="71589" y="9573"/>
                  </a:cubicBezTo>
                  <a:lnTo>
                    <a:pt x="126549" y="101298"/>
                  </a:lnTo>
                  <a:cubicBezTo>
                    <a:pt x="128548" y="104632"/>
                    <a:pt x="126072" y="108823"/>
                    <a:pt x="122262" y="10882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1" name="任意多边形: 形状 100"/>
            <p:cNvSpPr/>
            <p:nvPr>
              <p:custDataLst>
                <p:tags r:id="rId98"/>
              </p:custDataLst>
            </p:nvPr>
          </p:nvSpPr>
          <p:spPr>
            <a:xfrm>
              <a:off x="8147780" y="2284857"/>
              <a:ext cx="38100" cy="104775"/>
            </a:xfrm>
            <a:custGeom>
              <a:avLst/>
              <a:gdLst>
                <a:gd name="connsiteX0" fmla="*/ 16097 w 38100"/>
                <a:gd name="connsiteY0" fmla="*/ 101441 h 104775"/>
                <a:gd name="connsiteX1" fmla="*/ 24194 w 38100"/>
                <a:gd name="connsiteY1" fmla="*/ 101441 h 104775"/>
                <a:gd name="connsiteX2" fmla="*/ 33147 w 38100"/>
                <a:gd name="connsiteY2" fmla="*/ 92488 h 104775"/>
                <a:gd name="connsiteX3" fmla="*/ 33243 w 38100"/>
                <a:gd name="connsiteY3" fmla="*/ 16097 h 104775"/>
                <a:gd name="connsiteX4" fmla="*/ 24289 w 38100"/>
                <a:gd name="connsiteY4" fmla="*/ 7144 h 104775"/>
                <a:gd name="connsiteX5" fmla="*/ 16193 w 38100"/>
                <a:gd name="connsiteY5" fmla="*/ 7144 h 104775"/>
                <a:gd name="connsiteX6" fmla="*/ 7239 w 38100"/>
                <a:gd name="connsiteY6" fmla="*/ 16097 h 104775"/>
                <a:gd name="connsiteX7" fmla="*/ 7144 w 38100"/>
                <a:gd name="connsiteY7" fmla="*/ 92488 h 104775"/>
                <a:gd name="connsiteX8" fmla="*/ 16097 w 38100"/>
                <a:gd name="connsiteY8" fmla="*/ 10144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104775">
                  <a:moveTo>
                    <a:pt x="16097" y="101441"/>
                  </a:moveTo>
                  <a:lnTo>
                    <a:pt x="24194" y="101441"/>
                  </a:lnTo>
                  <a:cubicBezTo>
                    <a:pt x="29146" y="101441"/>
                    <a:pt x="33147" y="97441"/>
                    <a:pt x="33147" y="92488"/>
                  </a:cubicBezTo>
                  <a:lnTo>
                    <a:pt x="33243" y="16097"/>
                  </a:lnTo>
                  <a:cubicBezTo>
                    <a:pt x="33243" y="11144"/>
                    <a:pt x="29242" y="7144"/>
                    <a:pt x="24289" y="7144"/>
                  </a:cubicBezTo>
                  <a:lnTo>
                    <a:pt x="16193" y="7144"/>
                  </a:lnTo>
                  <a:cubicBezTo>
                    <a:pt x="11240" y="7144"/>
                    <a:pt x="7239" y="11144"/>
                    <a:pt x="7239" y="16097"/>
                  </a:cubicBezTo>
                  <a:lnTo>
                    <a:pt x="7144" y="92488"/>
                  </a:lnTo>
                  <a:cubicBezTo>
                    <a:pt x="7144" y="97346"/>
                    <a:pt x="11145" y="101441"/>
                    <a:pt x="16097" y="10144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" name="任意多边形: 形状 101"/>
            <p:cNvSpPr/>
            <p:nvPr>
              <p:custDataLst>
                <p:tags r:id="rId99"/>
              </p:custDataLst>
            </p:nvPr>
          </p:nvSpPr>
          <p:spPr>
            <a:xfrm>
              <a:off x="5406295" y="4506182"/>
              <a:ext cx="571500" cy="333375"/>
            </a:xfrm>
            <a:custGeom>
              <a:avLst/>
              <a:gdLst>
                <a:gd name="connsiteX0" fmla="*/ 121253 w 571500"/>
                <a:gd name="connsiteY0" fmla="*/ 329851 h 333375"/>
                <a:gd name="connsiteX1" fmla="*/ 209455 w 571500"/>
                <a:gd name="connsiteY1" fmla="*/ 329851 h 333375"/>
                <a:gd name="connsiteX2" fmla="*/ 410813 w 571500"/>
                <a:gd name="connsiteY2" fmla="*/ 329851 h 333375"/>
                <a:gd name="connsiteX3" fmla="*/ 487204 w 571500"/>
                <a:gd name="connsiteY3" fmla="*/ 329851 h 333375"/>
                <a:gd name="connsiteX4" fmla="*/ 573786 w 571500"/>
                <a:gd name="connsiteY4" fmla="*/ 243269 h 333375"/>
                <a:gd name="connsiteX5" fmla="*/ 487204 w 571500"/>
                <a:gd name="connsiteY5" fmla="*/ 156686 h 333375"/>
                <a:gd name="connsiteX6" fmla="*/ 485108 w 571500"/>
                <a:gd name="connsiteY6" fmla="*/ 156781 h 333375"/>
                <a:gd name="connsiteX7" fmla="*/ 310134 w 571500"/>
                <a:gd name="connsiteY7" fmla="*/ 7144 h 333375"/>
                <a:gd name="connsiteX8" fmla="*/ 151352 w 571500"/>
                <a:gd name="connsiteY8" fmla="*/ 105728 h 333375"/>
                <a:gd name="connsiteX9" fmla="*/ 121253 w 571500"/>
                <a:gd name="connsiteY9" fmla="*/ 101537 h 333375"/>
                <a:gd name="connsiteX10" fmla="*/ 7144 w 571500"/>
                <a:gd name="connsiteY10" fmla="*/ 215646 h 333375"/>
                <a:gd name="connsiteX11" fmla="*/ 121253 w 571500"/>
                <a:gd name="connsiteY11" fmla="*/ 329851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1500" h="333375">
                  <a:moveTo>
                    <a:pt x="121253" y="329851"/>
                  </a:moveTo>
                  <a:cubicBezTo>
                    <a:pt x="122587" y="329851"/>
                    <a:pt x="209455" y="329851"/>
                    <a:pt x="209455" y="329851"/>
                  </a:cubicBezTo>
                  <a:lnTo>
                    <a:pt x="410813" y="329851"/>
                  </a:lnTo>
                  <a:lnTo>
                    <a:pt x="487204" y="329851"/>
                  </a:lnTo>
                  <a:cubicBezTo>
                    <a:pt x="535019" y="329851"/>
                    <a:pt x="573786" y="291084"/>
                    <a:pt x="573786" y="243269"/>
                  </a:cubicBezTo>
                  <a:cubicBezTo>
                    <a:pt x="573786" y="195453"/>
                    <a:pt x="535019" y="156686"/>
                    <a:pt x="487204" y="156686"/>
                  </a:cubicBezTo>
                  <a:cubicBezTo>
                    <a:pt x="486442" y="156686"/>
                    <a:pt x="485775" y="156781"/>
                    <a:pt x="485108" y="156781"/>
                  </a:cubicBezTo>
                  <a:cubicBezTo>
                    <a:pt x="471964" y="72009"/>
                    <a:pt x="398621" y="7144"/>
                    <a:pt x="310134" y="7144"/>
                  </a:cubicBezTo>
                  <a:cubicBezTo>
                    <a:pt x="240506" y="7144"/>
                    <a:pt x="180308" y="47339"/>
                    <a:pt x="151352" y="105728"/>
                  </a:cubicBezTo>
                  <a:cubicBezTo>
                    <a:pt x="141732" y="103061"/>
                    <a:pt x="131636" y="101537"/>
                    <a:pt x="121253" y="101537"/>
                  </a:cubicBezTo>
                  <a:cubicBezTo>
                    <a:pt x="58198" y="101537"/>
                    <a:pt x="7144" y="152590"/>
                    <a:pt x="7144" y="215646"/>
                  </a:cubicBezTo>
                  <a:cubicBezTo>
                    <a:pt x="7144" y="278702"/>
                    <a:pt x="58293" y="329851"/>
                    <a:pt x="121253" y="329851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任意多边形: 形状 102"/>
            <p:cNvSpPr/>
            <p:nvPr>
              <p:custDataLst>
                <p:tags r:id="rId100"/>
              </p:custDataLst>
            </p:nvPr>
          </p:nvSpPr>
          <p:spPr>
            <a:xfrm>
              <a:off x="5638034" y="4660297"/>
              <a:ext cx="133350" cy="114300"/>
            </a:xfrm>
            <a:custGeom>
              <a:avLst/>
              <a:gdLst>
                <a:gd name="connsiteX0" fmla="*/ 12100 w 133350"/>
                <a:gd name="connsiteY0" fmla="*/ 7144 h 114300"/>
                <a:gd name="connsiteX1" fmla="*/ 122209 w 133350"/>
                <a:gd name="connsiteY1" fmla="*/ 7239 h 114300"/>
                <a:gd name="connsiteX2" fmla="*/ 126496 w 133350"/>
                <a:gd name="connsiteY2" fmla="*/ 14764 h 114300"/>
                <a:gd name="connsiteX3" fmla="*/ 71346 w 133350"/>
                <a:gd name="connsiteY3" fmla="*/ 106394 h 114300"/>
                <a:gd name="connsiteX4" fmla="*/ 62774 w 133350"/>
                <a:gd name="connsiteY4" fmla="*/ 106394 h 114300"/>
                <a:gd name="connsiteX5" fmla="*/ 7814 w 133350"/>
                <a:gd name="connsiteY5" fmla="*/ 14669 h 114300"/>
                <a:gd name="connsiteX6" fmla="*/ 12100 w 133350"/>
                <a:gd name="connsiteY6" fmla="*/ 714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350" h="114300">
                  <a:moveTo>
                    <a:pt x="12100" y="7144"/>
                  </a:moveTo>
                  <a:lnTo>
                    <a:pt x="122209" y="7239"/>
                  </a:lnTo>
                  <a:cubicBezTo>
                    <a:pt x="126115" y="7239"/>
                    <a:pt x="128496" y="11430"/>
                    <a:pt x="126496" y="14764"/>
                  </a:cubicBezTo>
                  <a:lnTo>
                    <a:pt x="71346" y="106394"/>
                  </a:lnTo>
                  <a:cubicBezTo>
                    <a:pt x="69441" y="109633"/>
                    <a:pt x="64774" y="109633"/>
                    <a:pt x="62774" y="106394"/>
                  </a:cubicBezTo>
                  <a:lnTo>
                    <a:pt x="7814" y="14669"/>
                  </a:lnTo>
                  <a:cubicBezTo>
                    <a:pt x="5909" y="11335"/>
                    <a:pt x="8291" y="7144"/>
                    <a:pt x="12100" y="714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任意多边形: 形状 103"/>
            <p:cNvSpPr/>
            <p:nvPr>
              <p:custDataLst>
                <p:tags r:id="rId101"/>
              </p:custDataLst>
            </p:nvPr>
          </p:nvSpPr>
          <p:spPr>
            <a:xfrm>
              <a:off x="5684996" y="4626959"/>
              <a:ext cx="38100" cy="104775"/>
            </a:xfrm>
            <a:custGeom>
              <a:avLst/>
              <a:gdLst>
                <a:gd name="connsiteX0" fmla="*/ 24289 w 38100"/>
                <a:gd name="connsiteY0" fmla="*/ 7144 h 104775"/>
                <a:gd name="connsiteX1" fmla="*/ 16192 w 38100"/>
                <a:gd name="connsiteY1" fmla="*/ 7144 h 104775"/>
                <a:gd name="connsiteX2" fmla="*/ 7239 w 38100"/>
                <a:gd name="connsiteY2" fmla="*/ 16097 h 104775"/>
                <a:gd name="connsiteX3" fmla="*/ 7144 w 38100"/>
                <a:gd name="connsiteY3" fmla="*/ 92488 h 104775"/>
                <a:gd name="connsiteX4" fmla="*/ 16097 w 38100"/>
                <a:gd name="connsiteY4" fmla="*/ 101441 h 104775"/>
                <a:gd name="connsiteX5" fmla="*/ 24194 w 38100"/>
                <a:gd name="connsiteY5" fmla="*/ 101441 h 104775"/>
                <a:gd name="connsiteX6" fmla="*/ 33147 w 38100"/>
                <a:gd name="connsiteY6" fmla="*/ 92488 h 104775"/>
                <a:gd name="connsiteX7" fmla="*/ 33242 w 38100"/>
                <a:gd name="connsiteY7" fmla="*/ 16097 h 104775"/>
                <a:gd name="connsiteX8" fmla="*/ 24289 w 38100"/>
                <a:gd name="connsiteY8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104775">
                  <a:moveTo>
                    <a:pt x="24289" y="7144"/>
                  </a:moveTo>
                  <a:lnTo>
                    <a:pt x="16192" y="7144"/>
                  </a:lnTo>
                  <a:cubicBezTo>
                    <a:pt x="11239" y="7144"/>
                    <a:pt x="7239" y="11144"/>
                    <a:pt x="7239" y="16097"/>
                  </a:cubicBezTo>
                  <a:lnTo>
                    <a:pt x="7144" y="92488"/>
                  </a:lnTo>
                  <a:cubicBezTo>
                    <a:pt x="7144" y="97441"/>
                    <a:pt x="11144" y="101441"/>
                    <a:pt x="16097" y="101441"/>
                  </a:cubicBezTo>
                  <a:lnTo>
                    <a:pt x="24194" y="101441"/>
                  </a:lnTo>
                  <a:cubicBezTo>
                    <a:pt x="29146" y="101441"/>
                    <a:pt x="33147" y="97441"/>
                    <a:pt x="33147" y="92488"/>
                  </a:cubicBezTo>
                  <a:lnTo>
                    <a:pt x="33242" y="16097"/>
                  </a:lnTo>
                  <a:cubicBezTo>
                    <a:pt x="33242" y="11144"/>
                    <a:pt x="29242" y="7144"/>
                    <a:pt x="24289" y="714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" name="任意多边形: 形状 104"/>
            <p:cNvSpPr/>
            <p:nvPr>
              <p:custDataLst>
                <p:tags r:id="rId102"/>
              </p:custDataLst>
            </p:nvPr>
          </p:nvSpPr>
          <p:spPr>
            <a:xfrm>
              <a:off x="5540026" y="2891314"/>
              <a:ext cx="561975" cy="561975"/>
            </a:xfrm>
            <a:custGeom>
              <a:avLst/>
              <a:gdLst>
                <a:gd name="connsiteX0" fmla="*/ 508159 w 561975"/>
                <a:gd name="connsiteY0" fmla="*/ 558165 h 561975"/>
                <a:gd name="connsiteX1" fmla="*/ 60865 w 561975"/>
                <a:gd name="connsiteY1" fmla="*/ 558165 h 561975"/>
                <a:gd name="connsiteX2" fmla="*/ 7144 w 561975"/>
                <a:gd name="connsiteY2" fmla="*/ 504444 h 561975"/>
                <a:gd name="connsiteX3" fmla="*/ 7144 w 561975"/>
                <a:gd name="connsiteY3" fmla="*/ 60865 h 561975"/>
                <a:gd name="connsiteX4" fmla="*/ 60865 w 561975"/>
                <a:gd name="connsiteY4" fmla="*/ 7144 h 561975"/>
                <a:gd name="connsiteX5" fmla="*/ 508159 w 561975"/>
                <a:gd name="connsiteY5" fmla="*/ 7144 h 561975"/>
                <a:gd name="connsiteX6" fmla="*/ 561880 w 561975"/>
                <a:gd name="connsiteY6" fmla="*/ 60865 h 561975"/>
                <a:gd name="connsiteX7" fmla="*/ 561880 w 561975"/>
                <a:gd name="connsiteY7" fmla="*/ 504444 h 561975"/>
                <a:gd name="connsiteX8" fmla="*/ 508159 w 561975"/>
                <a:gd name="connsiteY8" fmla="*/ 558165 h 56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975" h="561975">
                  <a:moveTo>
                    <a:pt x="508159" y="558165"/>
                  </a:moveTo>
                  <a:lnTo>
                    <a:pt x="60865" y="558165"/>
                  </a:lnTo>
                  <a:cubicBezTo>
                    <a:pt x="31242" y="558165"/>
                    <a:pt x="7144" y="534067"/>
                    <a:pt x="7144" y="504444"/>
                  </a:cubicBezTo>
                  <a:lnTo>
                    <a:pt x="7144" y="60865"/>
                  </a:lnTo>
                  <a:cubicBezTo>
                    <a:pt x="7144" y="31242"/>
                    <a:pt x="31242" y="7144"/>
                    <a:pt x="60865" y="7144"/>
                  </a:cubicBezTo>
                  <a:lnTo>
                    <a:pt x="508159" y="7144"/>
                  </a:lnTo>
                  <a:cubicBezTo>
                    <a:pt x="537781" y="7144"/>
                    <a:pt x="561880" y="31242"/>
                    <a:pt x="561880" y="60865"/>
                  </a:cubicBezTo>
                  <a:lnTo>
                    <a:pt x="561880" y="504444"/>
                  </a:lnTo>
                  <a:cubicBezTo>
                    <a:pt x="561880" y="534162"/>
                    <a:pt x="537781" y="558165"/>
                    <a:pt x="508159" y="558165"/>
                  </a:cubicBezTo>
                  <a:close/>
                </a:path>
              </a:pathLst>
            </a:custGeom>
            <a:solidFill>
              <a:srgbClr val="FC8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" name="任意多边形: 形状 105"/>
            <p:cNvSpPr/>
            <p:nvPr>
              <p:custDataLst>
                <p:tags r:id="rId103"/>
              </p:custDataLst>
            </p:nvPr>
          </p:nvSpPr>
          <p:spPr>
            <a:xfrm>
              <a:off x="5540121" y="2895029"/>
              <a:ext cx="561975" cy="552450"/>
            </a:xfrm>
            <a:custGeom>
              <a:avLst/>
              <a:gdLst>
                <a:gd name="connsiteX0" fmla="*/ 518922 w 561975"/>
                <a:gd name="connsiteY0" fmla="*/ 554450 h 552450"/>
                <a:gd name="connsiteX1" fmla="*/ 561784 w 561975"/>
                <a:gd name="connsiteY1" fmla="*/ 511588 h 552450"/>
                <a:gd name="connsiteX2" fmla="*/ 561784 w 561975"/>
                <a:gd name="connsiteY2" fmla="*/ 46292 h 552450"/>
                <a:gd name="connsiteX3" fmla="*/ 536353 w 561975"/>
                <a:gd name="connsiteY3" fmla="*/ 7144 h 552450"/>
                <a:gd name="connsiteX4" fmla="*/ 7144 w 561975"/>
                <a:gd name="connsiteY4" fmla="*/ 509968 h 552450"/>
                <a:gd name="connsiteX5" fmla="*/ 7144 w 561975"/>
                <a:gd name="connsiteY5" fmla="*/ 511588 h 552450"/>
                <a:gd name="connsiteX6" fmla="*/ 50006 w 561975"/>
                <a:gd name="connsiteY6" fmla="*/ 554450 h 552450"/>
                <a:gd name="connsiteX7" fmla="*/ 518922 w 561975"/>
                <a:gd name="connsiteY7" fmla="*/ 55445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1975" h="552450">
                  <a:moveTo>
                    <a:pt x="518922" y="554450"/>
                  </a:moveTo>
                  <a:cubicBezTo>
                    <a:pt x="542544" y="554450"/>
                    <a:pt x="561784" y="535305"/>
                    <a:pt x="561784" y="511588"/>
                  </a:cubicBezTo>
                  <a:lnTo>
                    <a:pt x="561784" y="46292"/>
                  </a:lnTo>
                  <a:cubicBezTo>
                    <a:pt x="561784" y="28861"/>
                    <a:pt x="551307" y="13811"/>
                    <a:pt x="536353" y="7144"/>
                  </a:cubicBezTo>
                  <a:cubicBezTo>
                    <a:pt x="343281" y="307276"/>
                    <a:pt x="132493" y="447961"/>
                    <a:pt x="7144" y="509968"/>
                  </a:cubicBezTo>
                  <a:lnTo>
                    <a:pt x="7144" y="511588"/>
                  </a:lnTo>
                  <a:cubicBezTo>
                    <a:pt x="7144" y="535210"/>
                    <a:pt x="26289" y="554450"/>
                    <a:pt x="50006" y="554450"/>
                  </a:cubicBezTo>
                  <a:lnTo>
                    <a:pt x="518922" y="554450"/>
                  </a:lnTo>
                  <a:close/>
                </a:path>
              </a:pathLst>
            </a:custGeom>
            <a:solidFill>
              <a:srgbClr val="FF967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7" name="任意多边形: 形状 106"/>
            <p:cNvSpPr/>
            <p:nvPr>
              <p:custDataLst>
                <p:tags r:id="rId104"/>
              </p:custDataLst>
            </p:nvPr>
          </p:nvSpPr>
          <p:spPr>
            <a:xfrm>
              <a:off x="5498782" y="2850356"/>
              <a:ext cx="647700" cy="638175"/>
            </a:xfrm>
            <a:custGeom>
              <a:avLst/>
              <a:gdLst>
                <a:gd name="connsiteX0" fmla="*/ 583406 w 647700"/>
                <a:gd name="connsiteY0" fmla="*/ 633031 h 638175"/>
                <a:gd name="connsiteX1" fmla="*/ 68009 w 647700"/>
                <a:gd name="connsiteY1" fmla="*/ 633031 h 638175"/>
                <a:gd name="connsiteX2" fmla="*/ 14288 w 647700"/>
                <a:gd name="connsiteY2" fmla="*/ 579311 h 638175"/>
                <a:gd name="connsiteX3" fmla="*/ 14288 w 647700"/>
                <a:gd name="connsiteY3" fmla="*/ 68008 h 638175"/>
                <a:gd name="connsiteX4" fmla="*/ 68009 w 647700"/>
                <a:gd name="connsiteY4" fmla="*/ 14288 h 638175"/>
                <a:gd name="connsiteX5" fmla="*/ 583406 w 647700"/>
                <a:gd name="connsiteY5" fmla="*/ 14288 h 638175"/>
                <a:gd name="connsiteX6" fmla="*/ 637127 w 647700"/>
                <a:gd name="connsiteY6" fmla="*/ 68008 h 638175"/>
                <a:gd name="connsiteX7" fmla="*/ 637127 w 647700"/>
                <a:gd name="connsiteY7" fmla="*/ 579311 h 638175"/>
                <a:gd name="connsiteX8" fmla="*/ 583406 w 647700"/>
                <a:gd name="connsiteY8" fmla="*/ 633031 h 63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7700" h="638175">
                  <a:moveTo>
                    <a:pt x="583406" y="633031"/>
                  </a:moveTo>
                  <a:lnTo>
                    <a:pt x="68009" y="633031"/>
                  </a:lnTo>
                  <a:cubicBezTo>
                    <a:pt x="38386" y="633031"/>
                    <a:pt x="14288" y="608933"/>
                    <a:pt x="14288" y="579311"/>
                  </a:cubicBezTo>
                  <a:lnTo>
                    <a:pt x="14288" y="68008"/>
                  </a:lnTo>
                  <a:cubicBezTo>
                    <a:pt x="14288" y="38386"/>
                    <a:pt x="38386" y="14288"/>
                    <a:pt x="68009" y="14288"/>
                  </a:cubicBezTo>
                  <a:lnTo>
                    <a:pt x="583406" y="14288"/>
                  </a:lnTo>
                  <a:cubicBezTo>
                    <a:pt x="613029" y="14288"/>
                    <a:pt x="637127" y="38386"/>
                    <a:pt x="637127" y="68008"/>
                  </a:cubicBezTo>
                  <a:lnTo>
                    <a:pt x="637127" y="579311"/>
                  </a:lnTo>
                  <a:cubicBezTo>
                    <a:pt x="637127" y="608933"/>
                    <a:pt x="613125" y="633031"/>
                    <a:pt x="583406" y="633031"/>
                  </a:cubicBezTo>
                  <a:close/>
                </a:path>
              </a:pathLst>
            </a:custGeom>
            <a:noFill/>
            <a:ln w="19050" cap="flat">
              <a:solidFill>
                <a:srgbClr val="FF967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8" name="任意多边形: 形状 107"/>
            <p:cNvSpPr/>
            <p:nvPr>
              <p:custDataLst>
                <p:tags r:id="rId105"/>
              </p:custDataLst>
            </p:nvPr>
          </p:nvSpPr>
          <p:spPr>
            <a:xfrm>
              <a:off x="5650437" y="3141107"/>
              <a:ext cx="190500" cy="152400"/>
            </a:xfrm>
            <a:custGeom>
              <a:avLst/>
              <a:gdLst>
                <a:gd name="connsiteX0" fmla="*/ 22463 w 190500"/>
                <a:gd name="connsiteY0" fmla="*/ 148828 h 152400"/>
                <a:gd name="connsiteX1" fmla="*/ 173339 w 190500"/>
                <a:gd name="connsiteY1" fmla="*/ 148828 h 152400"/>
                <a:gd name="connsiteX2" fmla="*/ 186007 w 190500"/>
                <a:gd name="connsiteY2" fmla="*/ 124825 h 152400"/>
                <a:gd name="connsiteX3" fmla="*/ 110569 w 190500"/>
                <a:gd name="connsiteY3" fmla="*/ 13859 h 152400"/>
                <a:gd name="connsiteX4" fmla="*/ 85233 w 190500"/>
                <a:gd name="connsiteY4" fmla="*/ 13859 h 152400"/>
                <a:gd name="connsiteX5" fmla="*/ 9794 w 190500"/>
                <a:gd name="connsiteY5" fmla="*/ 124825 h 152400"/>
                <a:gd name="connsiteX6" fmla="*/ 22463 w 190500"/>
                <a:gd name="connsiteY6" fmla="*/ 148828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" h="152400">
                  <a:moveTo>
                    <a:pt x="22463" y="148828"/>
                  </a:moveTo>
                  <a:lnTo>
                    <a:pt x="173339" y="148828"/>
                  </a:lnTo>
                  <a:cubicBezTo>
                    <a:pt x="185626" y="148828"/>
                    <a:pt x="192960" y="135017"/>
                    <a:pt x="186007" y="124825"/>
                  </a:cubicBezTo>
                  <a:lnTo>
                    <a:pt x="110569" y="13859"/>
                  </a:lnTo>
                  <a:cubicBezTo>
                    <a:pt x="104473" y="4905"/>
                    <a:pt x="91328" y="4905"/>
                    <a:pt x="85233" y="13859"/>
                  </a:cubicBezTo>
                  <a:lnTo>
                    <a:pt x="9794" y="124825"/>
                  </a:lnTo>
                  <a:cubicBezTo>
                    <a:pt x="2936" y="135017"/>
                    <a:pt x="10175" y="148828"/>
                    <a:pt x="22463" y="1488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9" name="任意多边形: 形状 108"/>
            <p:cNvSpPr/>
            <p:nvPr>
              <p:custDataLst>
                <p:tags r:id="rId106"/>
              </p:custDataLst>
            </p:nvPr>
          </p:nvSpPr>
          <p:spPr>
            <a:xfrm>
              <a:off x="5792018" y="3141107"/>
              <a:ext cx="190500" cy="152400"/>
            </a:xfrm>
            <a:custGeom>
              <a:avLst/>
              <a:gdLst>
                <a:gd name="connsiteX0" fmla="*/ 22519 w 190500"/>
                <a:gd name="connsiteY0" fmla="*/ 148828 h 152400"/>
                <a:gd name="connsiteX1" fmla="*/ 173395 w 190500"/>
                <a:gd name="connsiteY1" fmla="*/ 148828 h 152400"/>
                <a:gd name="connsiteX2" fmla="*/ 186063 w 190500"/>
                <a:gd name="connsiteY2" fmla="*/ 124825 h 152400"/>
                <a:gd name="connsiteX3" fmla="*/ 110625 w 190500"/>
                <a:gd name="connsiteY3" fmla="*/ 13859 h 152400"/>
                <a:gd name="connsiteX4" fmla="*/ 85288 w 190500"/>
                <a:gd name="connsiteY4" fmla="*/ 13859 h 152400"/>
                <a:gd name="connsiteX5" fmla="*/ 9850 w 190500"/>
                <a:gd name="connsiteY5" fmla="*/ 124825 h 152400"/>
                <a:gd name="connsiteX6" fmla="*/ 22519 w 190500"/>
                <a:gd name="connsiteY6" fmla="*/ 148828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" h="152400">
                  <a:moveTo>
                    <a:pt x="22519" y="148828"/>
                  </a:moveTo>
                  <a:lnTo>
                    <a:pt x="173395" y="148828"/>
                  </a:lnTo>
                  <a:cubicBezTo>
                    <a:pt x="185682" y="148828"/>
                    <a:pt x="193016" y="135017"/>
                    <a:pt x="186063" y="124825"/>
                  </a:cubicBezTo>
                  <a:lnTo>
                    <a:pt x="110625" y="13859"/>
                  </a:lnTo>
                  <a:cubicBezTo>
                    <a:pt x="104529" y="4905"/>
                    <a:pt x="91384" y="4905"/>
                    <a:pt x="85288" y="13859"/>
                  </a:cubicBezTo>
                  <a:lnTo>
                    <a:pt x="9850" y="124825"/>
                  </a:lnTo>
                  <a:cubicBezTo>
                    <a:pt x="2897" y="135017"/>
                    <a:pt x="10136" y="148828"/>
                    <a:pt x="22519" y="14882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任意多边形: 形状 109"/>
            <p:cNvSpPr/>
            <p:nvPr>
              <p:custDataLst>
                <p:tags r:id="rId107"/>
              </p:custDataLst>
            </p:nvPr>
          </p:nvSpPr>
          <p:spPr>
            <a:xfrm>
              <a:off x="5781389" y="3050953"/>
              <a:ext cx="66675" cy="66675"/>
            </a:xfrm>
            <a:custGeom>
              <a:avLst/>
              <a:gdLst>
                <a:gd name="connsiteX0" fmla="*/ 65056 w 66675"/>
                <a:gd name="connsiteY0" fmla="*/ 36100 h 66675"/>
                <a:gd name="connsiteX1" fmla="*/ 36100 w 66675"/>
                <a:gd name="connsiteY1" fmla="*/ 65056 h 66675"/>
                <a:gd name="connsiteX2" fmla="*/ 7144 w 66675"/>
                <a:gd name="connsiteY2" fmla="*/ 36100 h 66675"/>
                <a:gd name="connsiteX3" fmla="*/ 36100 w 66675"/>
                <a:gd name="connsiteY3" fmla="*/ 7144 h 66675"/>
                <a:gd name="connsiteX4" fmla="*/ 65056 w 66675"/>
                <a:gd name="connsiteY4" fmla="*/ 3610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5056" y="36100"/>
                  </a:moveTo>
                  <a:cubicBezTo>
                    <a:pt x="65056" y="52102"/>
                    <a:pt x="52102" y="65056"/>
                    <a:pt x="36100" y="65056"/>
                  </a:cubicBezTo>
                  <a:cubicBezTo>
                    <a:pt x="20098" y="65056"/>
                    <a:pt x="7144" y="52102"/>
                    <a:pt x="7144" y="36100"/>
                  </a:cubicBezTo>
                  <a:cubicBezTo>
                    <a:pt x="7144" y="20098"/>
                    <a:pt x="20098" y="7144"/>
                    <a:pt x="36100" y="7144"/>
                  </a:cubicBezTo>
                  <a:cubicBezTo>
                    <a:pt x="52102" y="7144"/>
                    <a:pt x="65056" y="20098"/>
                    <a:pt x="65056" y="3610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任意多边形: 形状 110"/>
            <p:cNvSpPr/>
            <p:nvPr>
              <p:custDataLst>
                <p:tags r:id="rId108"/>
              </p:custDataLst>
            </p:nvPr>
          </p:nvSpPr>
          <p:spPr>
            <a:xfrm>
              <a:off x="6038912" y="3351240"/>
              <a:ext cx="171450" cy="171450"/>
            </a:xfrm>
            <a:custGeom>
              <a:avLst/>
              <a:gdLst>
                <a:gd name="connsiteX0" fmla="*/ 170435 w 171450"/>
                <a:gd name="connsiteY0" fmla="*/ 57281 h 171450"/>
                <a:gd name="connsiteX1" fmla="*/ 56992 w 171450"/>
                <a:gd name="connsiteY1" fmla="*/ 170534 h 171450"/>
                <a:gd name="connsiteX2" fmla="*/ 44896 w 171450"/>
                <a:gd name="connsiteY2" fmla="*/ 167200 h 171450"/>
                <a:gd name="connsiteX3" fmla="*/ 7367 w 171450"/>
                <a:gd name="connsiteY3" fmla="*/ 16133 h 171450"/>
                <a:gd name="connsiteX4" fmla="*/ 16130 w 171450"/>
                <a:gd name="connsiteY4" fmla="*/ 7370 h 171450"/>
                <a:gd name="connsiteX5" fmla="*/ 167101 w 171450"/>
                <a:gd name="connsiteY5" fmla="*/ 45185 h 171450"/>
                <a:gd name="connsiteX6" fmla="*/ 170435 w 171450"/>
                <a:gd name="connsiteY6" fmla="*/ 5728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450" h="171450">
                  <a:moveTo>
                    <a:pt x="170435" y="57281"/>
                  </a:moveTo>
                  <a:lnTo>
                    <a:pt x="56992" y="170534"/>
                  </a:lnTo>
                  <a:cubicBezTo>
                    <a:pt x="52992" y="174534"/>
                    <a:pt x="46229" y="172629"/>
                    <a:pt x="44896" y="167200"/>
                  </a:cubicBezTo>
                  <a:lnTo>
                    <a:pt x="7367" y="16133"/>
                  </a:lnTo>
                  <a:cubicBezTo>
                    <a:pt x="6034" y="10799"/>
                    <a:pt x="10891" y="6037"/>
                    <a:pt x="16130" y="7370"/>
                  </a:cubicBezTo>
                  <a:lnTo>
                    <a:pt x="167101" y="45185"/>
                  </a:lnTo>
                  <a:cubicBezTo>
                    <a:pt x="172530" y="46518"/>
                    <a:pt x="174436" y="53281"/>
                    <a:pt x="170435" y="5728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2" name="任意多边形: 形状 111"/>
            <p:cNvSpPr/>
            <p:nvPr>
              <p:custDataLst>
                <p:tags r:id="rId109"/>
              </p:custDataLst>
            </p:nvPr>
          </p:nvSpPr>
          <p:spPr>
            <a:xfrm>
              <a:off x="6103072" y="3415594"/>
              <a:ext cx="123825" cy="123825"/>
            </a:xfrm>
            <a:custGeom>
              <a:avLst/>
              <a:gdLst>
                <a:gd name="connsiteX0" fmla="*/ 106847 w 123825"/>
                <a:gd name="connsiteY0" fmla="*/ 121039 h 123825"/>
                <a:gd name="connsiteX1" fmla="*/ 120944 w 123825"/>
                <a:gd name="connsiteY1" fmla="*/ 106942 h 123825"/>
                <a:gd name="connsiteX2" fmla="*/ 120944 w 123825"/>
                <a:gd name="connsiteY2" fmla="*/ 94274 h 123825"/>
                <a:gd name="connsiteX3" fmla="*/ 36552 w 123825"/>
                <a:gd name="connsiteY3" fmla="*/ 9787 h 123825"/>
                <a:gd name="connsiteX4" fmla="*/ 23884 w 123825"/>
                <a:gd name="connsiteY4" fmla="*/ 9787 h 123825"/>
                <a:gd name="connsiteX5" fmla="*/ 9787 w 123825"/>
                <a:gd name="connsiteY5" fmla="*/ 23884 h 123825"/>
                <a:gd name="connsiteX6" fmla="*/ 9787 w 123825"/>
                <a:gd name="connsiteY6" fmla="*/ 36552 h 123825"/>
                <a:gd name="connsiteX7" fmla="*/ 94179 w 123825"/>
                <a:gd name="connsiteY7" fmla="*/ 121039 h 123825"/>
                <a:gd name="connsiteX8" fmla="*/ 106847 w 123825"/>
                <a:gd name="connsiteY8" fmla="*/ 12103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825" h="123825">
                  <a:moveTo>
                    <a:pt x="106847" y="121039"/>
                  </a:moveTo>
                  <a:lnTo>
                    <a:pt x="120944" y="106942"/>
                  </a:lnTo>
                  <a:cubicBezTo>
                    <a:pt x="124468" y="103418"/>
                    <a:pt x="124468" y="97798"/>
                    <a:pt x="120944" y="94274"/>
                  </a:cubicBezTo>
                  <a:lnTo>
                    <a:pt x="36552" y="9787"/>
                  </a:lnTo>
                  <a:cubicBezTo>
                    <a:pt x="33028" y="6263"/>
                    <a:pt x="27408" y="6263"/>
                    <a:pt x="23884" y="9787"/>
                  </a:cubicBezTo>
                  <a:lnTo>
                    <a:pt x="9787" y="23884"/>
                  </a:lnTo>
                  <a:cubicBezTo>
                    <a:pt x="6263" y="27408"/>
                    <a:pt x="6263" y="33028"/>
                    <a:pt x="9787" y="36552"/>
                  </a:cubicBezTo>
                  <a:lnTo>
                    <a:pt x="94179" y="121039"/>
                  </a:lnTo>
                  <a:cubicBezTo>
                    <a:pt x="97703" y="124468"/>
                    <a:pt x="103322" y="124563"/>
                    <a:pt x="106847" y="12103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任意多边形: 形状 112"/>
            <p:cNvSpPr/>
            <p:nvPr>
              <p:custDataLst>
                <p:tags r:id="rId110"/>
              </p:custDataLst>
            </p:nvPr>
          </p:nvSpPr>
          <p:spPr>
            <a:xfrm>
              <a:off x="7215862" y="4659348"/>
              <a:ext cx="219075" cy="219075"/>
            </a:xfrm>
            <a:custGeom>
              <a:avLst/>
              <a:gdLst>
                <a:gd name="connsiteX0" fmla="*/ 128493 w 219075"/>
                <a:gd name="connsiteY0" fmla="*/ 25637 h 219075"/>
                <a:gd name="connsiteX1" fmla="*/ 196901 w 219075"/>
                <a:gd name="connsiteY1" fmla="*/ 128494 h 219075"/>
                <a:gd name="connsiteX2" fmla="*/ 94045 w 219075"/>
                <a:gd name="connsiteY2" fmla="*/ 196902 h 219075"/>
                <a:gd name="connsiteX3" fmla="*/ 25637 w 219075"/>
                <a:gd name="connsiteY3" fmla="*/ 94045 h 219075"/>
                <a:gd name="connsiteX4" fmla="*/ 128493 w 219075"/>
                <a:gd name="connsiteY4" fmla="*/ 25637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219075">
                  <a:moveTo>
                    <a:pt x="128493" y="25637"/>
                  </a:moveTo>
                  <a:cubicBezTo>
                    <a:pt x="175787" y="35150"/>
                    <a:pt x="206414" y="81200"/>
                    <a:pt x="196901" y="128494"/>
                  </a:cubicBezTo>
                  <a:cubicBezTo>
                    <a:pt x="187389" y="175787"/>
                    <a:pt x="141338" y="206414"/>
                    <a:pt x="94045" y="196902"/>
                  </a:cubicBezTo>
                  <a:cubicBezTo>
                    <a:pt x="46751" y="187389"/>
                    <a:pt x="16124" y="141338"/>
                    <a:pt x="25637" y="94045"/>
                  </a:cubicBezTo>
                  <a:cubicBezTo>
                    <a:pt x="35149" y="46752"/>
                    <a:pt x="81200" y="16124"/>
                    <a:pt x="128493" y="25637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4" name="任意多边形: 形状 113"/>
            <p:cNvSpPr/>
            <p:nvPr>
              <p:custDataLst>
                <p:tags r:id="rId111"/>
              </p:custDataLst>
            </p:nvPr>
          </p:nvSpPr>
          <p:spPr>
            <a:xfrm>
              <a:off x="7296150" y="4705255"/>
              <a:ext cx="57150" cy="47625"/>
            </a:xfrm>
            <a:custGeom>
              <a:avLst/>
              <a:gdLst>
                <a:gd name="connsiteX0" fmla="*/ 52959 w 57150"/>
                <a:gd name="connsiteY0" fmla="*/ 20003 h 47625"/>
                <a:gd name="connsiteX1" fmla="*/ 52959 w 57150"/>
                <a:gd name="connsiteY1" fmla="*/ 20003 h 47625"/>
                <a:gd name="connsiteX2" fmla="*/ 51149 w 57150"/>
                <a:gd name="connsiteY2" fmla="*/ 16669 h 47625"/>
                <a:gd name="connsiteX3" fmla="*/ 50673 w 57150"/>
                <a:gd name="connsiteY3" fmla="*/ 16002 h 47625"/>
                <a:gd name="connsiteX4" fmla="*/ 48673 w 57150"/>
                <a:gd name="connsiteY4" fmla="*/ 13621 h 47625"/>
                <a:gd name="connsiteX5" fmla="*/ 48101 w 57150"/>
                <a:gd name="connsiteY5" fmla="*/ 13049 h 47625"/>
                <a:gd name="connsiteX6" fmla="*/ 41815 w 57150"/>
                <a:gd name="connsiteY6" fmla="*/ 8858 h 47625"/>
                <a:gd name="connsiteX7" fmla="*/ 40957 w 57150"/>
                <a:gd name="connsiteY7" fmla="*/ 8573 h 47625"/>
                <a:gd name="connsiteX8" fmla="*/ 38100 w 57150"/>
                <a:gd name="connsiteY8" fmla="*/ 7715 h 47625"/>
                <a:gd name="connsiteX9" fmla="*/ 37052 w 57150"/>
                <a:gd name="connsiteY9" fmla="*/ 7525 h 47625"/>
                <a:gd name="connsiteX10" fmla="*/ 33242 w 57150"/>
                <a:gd name="connsiteY10" fmla="*/ 7144 h 47625"/>
                <a:gd name="connsiteX11" fmla="*/ 28575 w 57150"/>
                <a:gd name="connsiteY11" fmla="*/ 7144 h 47625"/>
                <a:gd name="connsiteX12" fmla="*/ 24765 w 57150"/>
                <a:gd name="connsiteY12" fmla="*/ 7525 h 47625"/>
                <a:gd name="connsiteX13" fmla="*/ 23717 w 57150"/>
                <a:gd name="connsiteY13" fmla="*/ 7715 h 47625"/>
                <a:gd name="connsiteX14" fmla="*/ 20860 w 57150"/>
                <a:gd name="connsiteY14" fmla="*/ 8573 h 47625"/>
                <a:gd name="connsiteX15" fmla="*/ 20003 w 57150"/>
                <a:gd name="connsiteY15" fmla="*/ 8858 h 47625"/>
                <a:gd name="connsiteX16" fmla="*/ 13716 w 57150"/>
                <a:gd name="connsiteY16" fmla="*/ 13049 h 47625"/>
                <a:gd name="connsiteX17" fmla="*/ 13145 w 57150"/>
                <a:gd name="connsiteY17" fmla="*/ 13621 h 47625"/>
                <a:gd name="connsiteX18" fmla="*/ 11144 w 57150"/>
                <a:gd name="connsiteY18" fmla="*/ 16002 h 47625"/>
                <a:gd name="connsiteX19" fmla="*/ 10668 w 57150"/>
                <a:gd name="connsiteY19" fmla="*/ 16669 h 47625"/>
                <a:gd name="connsiteX20" fmla="*/ 8858 w 57150"/>
                <a:gd name="connsiteY20" fmla="*/ 20003 h 47625"/>
                <a:gd name="connsiteX21" fmla="*/ 8858 w 57150"/>
                <a:gd name="connsiteY21" fmla="*/ 20003 h 47625"/>
                <a:gd name="connsiteX22" fmla="*/ 7144 w 57150"/>
                <a:gd name="connsiteY22" fmla="*/ 28289 h 47625"/>
                <a:gd name="connsiteX23" fmla="*/ 7144 w 57150"/>
                <a:gd name="connsiteY23" fmla="*/ 41148 h 47625"/>
                <a:gd name="connsiteX24" fmla="*/ 10859 w 57150"/>
                <a:gd name="connsiteY24" fmla="*/ 44863 h 47625"/>
                <a:gd name="connsiteX25" fmla="*/ 14573 w 57150"/>
                <a:gd name="connsiteY25" fmla="*/ 41148 h 47625"/>
                <a:gd name="connsiteX26" fmla="*/ 14573 w 57150"/>
                <a:gd name="connsiteY26" fmla="*/ 28289 h 47625"/>
                <a:gd name="connsiteX27" fmla="*/ 15716 w 57150"/>
                <a:gd name="connsiteY27" fmla="*/ 22860 h 47625"/>
                <a:gd name="connsiteX28" fmla="*/ 17526 w 57150"/>
                <a:gd name="connsiteY28" fmla="*/ 19907 h 47625"/>
                <a:gd name="connsiteX29" fmla="*/ 18193 w 57150"/>
                <a:gd name="connsiteY29" fmla="*/ 19145 h 47625"/>
                <a:gd name="connsiteX30" fmla="*/ 20669 w 57150"/>
                <a:gd name="connsiteY30" fmla="*/ 16859 h 47625"/>
                <a:gd name="connsiteX31" fmla="*/ 21050 w 57150"/>
                <a:gd name="connsiteY31" fmla="*/ 16669 h 47625"/>
                <a:gd name="connsiteX32" fmla="*/ 23908 w 57150"/>
                <a:gd name="connsiteY32" fmla="*/ 15335 h 47625"/>
                <a:gd name="connsiteX33" fmla="*/ 24765 w 57150"/>
                <a:gd name="connsiteY33" fmla="*/ 15050 h 47625"/>
                <a:gd name="connsiteX34" fmla="*/ 28289 w 57150"/>
                <a:gd name="connsiteY34" fmla="*/ 14478 h 47625"/>
                <a:gd name="connsiteX35" fmla="*/ 33052 w 57150"/>
                <a:gd name="connsiteY35" fmla="*/ 14478 h 47625"/>
                <a:gd name="connsiteX36" fmla="*/ 36576 w 57150"/>
                <a:gd name="connsiteY36" fmla="*/ 15050 h 47625"/>
                <a:gd name="connsiteX37" fmla="*/ 37433 w 57150"/>
                <a:gd name="connsiteY37" fmla="*/ 15335 h 47625"/>
                <a:gd name="connsiteX38" fmla="*/ 40291 w 57150"/>
                <a:gd name="connsiteY38" fmla="*/ 16669 h 47625"/>
                <a:gd name="connsiteX39" fmla="*/ 40672 w 57150"/>
                <a:gd name="connsiteY39" fmla="*/ 16859 h 47625"/>
                <a:gd name="connsiteX40" fmla="*/ 43148 w 57150"/>
                <a:gd name="connsiteY40" fmla="*/ 19145 h 47625"/>
                <a:gd name="connsiteX41" fmla="*/ 43815 w 57150"/>
                <a:gd name="connsiteY41" fmla="*/ 19907 h 47625"/>
                <a:gd name="connsiteX42" fmla="*/ 45625 w 57150"/>
                <a:gd name="connsiteY42" fmla="*/ 22860 h 47625"/>
                <a:gd name="connsiteX43" fmla="*/ 46768 w 57150"/>
                <a:gd name="connsiteY43" fmla="*/ 28289 h 47625"/>
                <a:gd name="connsiteX44" fmla="*/ 46768 w 57150"/>
                <a:gd name="connsiteY44" fmla="*/ 41148 h 47625"/>
                <a:gd name="connsiteX45" fmla="*/ 50482 w 57150"/>
                <a:gd name="connsiteY45" fmla="*/ 44863 h 47625"/>
                <a:gd name="connsiteX46" fmla="*/ 54197 w 57150"/>
                <a:gd name="connsiteY46" fmla="*/ 41148 h 47625"/>
                <a:gd name="connsiteX47" fmla="*/ 54197 w 57150"/>
                <a:gd name="connsiteY47" fmla="*/ 28289 h 47625"/>
                <a:gd name="connsiteX48" fmla="*/ 52959 w 57150"/>
                <a:gd name="connsiteY48" fmla="*/ 20003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57150" h="47625">
                  <a:moveTo>
                    <a:pt x="52959" y="20003"/>
                  </a:moveTo>
                  <a:cubicBezTo>
                    <a:pt x="52959" y="20003"/>
                    <a:pt x="52959" y="20003"/>
                    <a:pt x="52959" y="20003"/>
                  </a:cubicBezTo>
                  <a:cubicBezTo>
                    <a:pt x="52483" y="18764"/>
                    <a:pt x="51816" y="17717"/>
                    <a:pt x="51149" y="16669"/>
                  </a:cubicBezTo>
                  <a:cubicBezTo>
                    <a:pt x="50959" y="16478"/>
                    <a:pt x="50863" y="16193"/>
                    <a:pt x="50673" y="16002"/>
                  </a:cubicBezTo>
                  <a:cubicBezTo>
                    <a:pt x="50102" y="15145"/>
                    <a:pt x="49435" y="14383"/>
                    <a:pt x="48673" y="13621"/>
                  </a:cubicBezTo>
                  <a:cubicBezTo>
                    <a:pt x="48482" y="13430"/>
                    <a:pt x="48292" y="13240"/>
                    <a:pt x="48101" y="13049"/>
                  </a:cubicBezTo>
                  <a:cubicBezTo>
                    <a:pt x="46291" y="11240"/>
                    <a:pt x="44196" y="9811"/>
                    <a:pt x="41815" y="8858"/>
                  </a:cubicBezTo>
                  <a:cubicBezTo>
                    <a:pt x="41529" y="8763"/>
                    <a:pt x="41243" y="8668"/>
                    <a:pt x="40957" y="8573"/>
                  </a:cubicBezTo>
                  <a:cubicBezTo>
                    <a:pt x="40005" y="8192"/>
                    <a:pt x="39148" y="7906"/>
                    <a:pt x="38100" y="7715"/>
                  </a:cubicBezTo>
                  <a:cubicBezTo>
                    <a:pt x="37719" y="7620"/>
                    <a:pt x="37433" y="7525"/>
                    <a:pt x="37052" y="7525"/>
                  </a:cubicBezTo>
                  <a:cubicBezTo>
                    <a:pt x="35814" y="7334"/>
                    <a:pt x="34480" y="7144"/>
                    <a:pt x="33242" y="7144"/>
                  </a:cubicBezTo>
                  <a:lnTo>
                    <a:pt x="28575" y="7144"/>
                  </a:lnTo>
                  <a:cubicBezTo>
                    <a:pt x="27241" y="7144"/>
                    <a:pt x="26003" y="7334"/>
                    <a:pt x="24765" y="7525"/>
                  </a:cubicBezTo>
                  <a:cubicBezTo>
                    <a:pt x="24384" y="7620"/>
                    <a:pt x="24098" y="7715"/>
                    <a:pt x="23717" y="7715"/>
                  </a:cubicBezTo>
                  <a:cubicBezTo>
                    <a:pt x="22765" y="7906"/>
                    <a:pt x="21812" y="8192"/>
                    <a:pt x="20860" y="8573"/>
                  </a:cubicBezTo>
                  <a:cubicBezTo>
                    <a:pt x="20574" y="8668"/>
                    <a:pt x="20288" y="8763"/>
                    <a:pt x="20003" y="8858"/>
                  </a:cubicBezTo>
                  <a:cubicBezTo>
                    <a:pt x="17716" y="9906"/>
                    <a:pt x="15526" y="11335"/>
                    <a:pt x="13716" y="13049"/>
                  </a:cubicBezTo>
                  <a:cubicBezTo>
                    <a:pt x="13526" y="13240"/>
                    <a:pt x="13335" y="13430"/>
                    <a:pt x="13145" y="13621"/>
                  </a:cubicBezTo>
                  <a:cubicBezTo>
                    <a:pt x="12478" y="14383"/>
                    <a:pt x="11811" y="15145"/>
                    <a:pt x="11144" y="16002"/>
                  </a:cubicBezTo>
                  <a:cubicBezTo>
                    <a:pt x="10954" y="16193"/>
                    <a:pt x="10859" y="16478"/>
                    <a:pt x="10668" y="16669"/>
                  </a:cubicBezTo>
                  <a:cubicBezTo>
                    <a:pt x="10001" y="17717"/>
                    <a:pt x="9335" y="18860"/>
                    <a:pt x="8858" y="20003"/>
                  </a:cubicBezTo>
                  <a:cubicBezTo>
                    <a:pt x="8858" y="20003"/>
                    <a:pt x="8858" y="20003"/>
                    <a:pt x="8858" y="20003"/>
                  </a:cubicBezTo>
                  <a:cubicBezTo>
                    <a:pt x="7811" y="22574"/>
                    <a:pt x="7144" y="25337"/>
                    <a:pt x="7144" y="28289"/>
                  </a:cubicBezTo>
                  <a:lnTo>
                    <a:pt x="7144" y="41148"/>
                  </a:lnTo>
                  <a:cubicBezTo>
                    <a:pt x="7144" y="43244"/>
                    <a:pt x="8858" y="44863"/>
                    <a:pt x="10859" y="44863"/>
                  </a:cubicBezTo>
                  <a:cubicBezTo>
                    <a:pt x="12954" y="44863"/>
                    <a:pt x="14573" y="43148"/>
                    <a:pt x="14573" y="41148"/>
                  </a:cubicBezTo>
                  <a:lnTo>
                    <a:pt x="14573" y="28289"/>
                  </a:lnTo>
                  <a:cubicBezTo>
                    <a:pt x="14573" y="26384"/>
                    <a:pt x="14954" y="24479"/>
                    <a:pt x="15716" y="22860"/>
                  </a:cubicBezTo>
                  <a:cubicBezTo>
                    <a:pt x="16193" y="21812"/>
                    <a:pt x="16764" y="20860"/>
                    <a:pt x="17526" y="19907"/>
                  </a:cubicBezTo>
                  <a:cubicBezTo>
                    <a:pt x="17716" y="19621"/>
                    <a:pt x="17907" y="19336"/>
                    <a:pt x="18193" y="19145"/>
                  </a:cubicBezTo>
                  <a:cubicBezTo>
                    <a:pt x="18955" y="18288"/>
                    <a:pt x="19812" y="17526"/>
                    <a:pt x="20669" y="16859"/>
                  </a:cubicBezTo>
                  <a:cubicBezTo>
                    <a:pt x="20764" y="16764"/>
                    <a:pt x="20955" y="16764"/>
                    <a:pt x="21050" y="16669"/>
                  </a:cubicBezTo>
                  <a:cubicBezTo>
                    <a:pt x="21907" y="16097"/>
                    <a:pt x="22860" y="15716"/>
                    <a:pt x="23908" y="15335"/>
                  </a:cubicBezTo>
                  <a:cubicBezTo>
                    <a:pt x="24194" y="15240"/>
                    <a:pt x="24479" y="15145"/>
                    <a:pt x="24765" y="15050"/>
                  </a:cubicBezTo>
                  <a:cubicBezTo>
                    <a:pt x="25908" y="14764"/>
                    <a:pt x="27146" y="14478"/>
                    <a:pt x="28289" y="14478"/>
                  </a:cubicBezTo>
                  <a:lnTo>
                    <a:pt x="33052" y="14478"/>
                  </a:lnTo>
                  <a:cubicBezTo>
                    <a:pt x="34290" y="14478"/>
                    <a:pt x="35433" y="14669"/>
                    <a:pt x="36576" y="15050"/>
                  </a:cubicBezTo>
                  <a:cubicBezTo>
                    <a:pt x="36862" y="15145"/>
                    <a:pt x="37147" y="15240"/>
                    <a:pt x="37433" y="15335"/>
                  </a:cubicBezTo>
                  <a:cubicBezTo>
                    <a:pt x="38386" y="15716"/>
                    <a:pt x="39338" y="16097"/>
                    <a:pt x="40291" y="16669"/>
                  </a:cubicBezTo>
                  <a:cubicBezTo>
                    <a:pt x="40386" y="16764"/>
                    <a:pt x="40577" y="16764"/>
                    <a:pt x="40672" y="16859"/>
                  </a:cubicBezTo>
                  <a:cubicBezTo>
                    <a:pt x="41624" y="17526"/>
                    <a:pt x="42386" y="18288"/>
                    <a:pt x="43148" y="19145"/>
                  </a:cubicBezTo>
                  <a:cubicBezTo>
                    <a:pt x="43339" y="19431"/>
                    <a:pt x="43624" y="19621"/>
                    <a:pt x="43815" y="19907"/>
                  </a:cubicBezTo>
                  <a:cubicBezTo>
                    <a:pt x="44482" y="20765"/>
                    <a:pt x="45148" y="21812"/>
                    <a:pt x="45625" y="22860"/>
                  </a:cubicBezTo>
                  <a:cubicBezTo>
                    <a:pt x="46387" y="24575"/>
                    <a:pt x="46768" y="26384"/>
                    <a:pt x="46768" y="28289"/>
                  </a:cubicBezTo>
                  <a:lnTo>
                    <a:pt x="46768" y="41148"/>
                  </a:lnTo>
                  <a:cubicBezTo>
                    <a:pt x="46768" y="43244"/>
                    <a:pt x="48482" y="44863"/>
                    <a:pt x="50482" y="44863"/>
                  </a:cubicBezTo>
                  <a:cubicBezTo>
                    <a:pt x="52578" y="44863"/>
                    <a:pt x="54197" y="43148"/>
                    <a:pt x="54197" y="41148"/>
                  </a:cubicBezTo>
                  <a:lnTo>
                    <a:pt x="54197" y="28289"/>
                  </a:lnTo>
                  <a:cubicBezTo>
                    <a:pt x="54673" y="25337"/>
                    <a:pt x="54102" y="22574"/>
                    <a:pt x="52959" y="2000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5" name="任意多边形: 形状 114"/>
            <p:cNvSpPr/>
            <p:nvPr>
              <p:custDataLst>
                <p:tags r:id="rId112"/>
              </p:custDataLst>
            </p:nvPr>
          </p:nvSpPr>
          <p:spPr>
            <a:xfrm>
              <a:off x="7316343" y="4771072"/>
              <a:ext cx="19050" cy="28575"/>
            </a:xfrm>
            <a:custGeom>
              <a:avLst/>
              <a:gdLst>
                <a:gd name="connsiteX0" fmla="*/ 10859 w 19050"/>
                <a:gd name="connsiteY0" fmla="*/ 27813 h 28575"/>
                <a:gd name="connsiteX1" fmla="*/ 7144 w 19050"/>
                <a:gd name="connsiteY1" fmla="*/ 24098 h 28575"/>
                <a:gd name="connsiteX2" fmla="*/ 7144 w 19050"/>
                <a:gd name="connsiteY2" fmla="*/ 10859 h 28575"/>
                <a:gd name="connsiteX3" fmla="*/ 10859 w 19050"/>
                <a:gd name="connsiteY3" fmla="*/ 7144 h 28575"/>
                <a:gd name="connsiteX4" fmla="*/ 14573 w 19050"/>
                <a:gd name="connsiteY4" fmla="*/ 10859 h 28575"/>
                <a:gd name="connsiteX5" fmla="*/ 14573 w 19050"/>
                <a:gd name="connsiteY5" fmla="*/ 24098 h 28575"/>
                <a:gd name="connsiteX6" fmla="*/ 10859 w 19050"/>
                <a:gd name="connsiteY6" fmla="*/ 27813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" h="28575">
                  <a:moveTo>
                    <a:pt x="10859" y="27813"/>
                  </a:moveTo>
                  <a:cubicBezTo>
                    <a:pt x="8763" y="27813"/>
                    <a:pt x="7144" y="26099"/>
                    <a:pt x="7144" y="24098"/>
                  </a:cubicBezTo>
                  <a:lnTo>
                    <a:pt x="7144" y="10859"/>
                  </a:lnTo>
                  <a:cubicBezTo>
                    <a:pt x="7144" y="8763"/>
                    <a:pt x="8858" y="7144"/>
                    <a:pt x="10859" y="7144"/>
                  </a:cubicBezTo>
                  <a:cubicBezTo>
                    <a:pt x="12954" y="7144"/>
                    <a:pt x="14573" y="8858"/>
                    <a:pt x="14573" y="10859"/>
                  </a:cubicBezTo>
                  <a:lnTo>
                    <a:pt x="14573" y="24098"/>
                  </a:lnTo>
                  <a:cubicBezTo>
                    <a:pt x="14573" y="26099"/>
                    <a:pt x="12859" y="27813"/>
                    <a:pt x="10859" y="278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任意多边形: 形状 115"/>
            <p:cNvSpPr/>
            <p:nvPr>
              <p:custDataLst>
                <p:tags r:id="rId113"/>
              </p:custDataLst>
            </p:nvPr>
          </p:nvSpPr>
          <p:spPr>
            <a:xfrm>
              <a:off x="7280338" y="4737640"/>
              <a:ext cx="85725" cy="85725"/>
            </a:xfrm>
            <a:custGeom>
              <a:avLst/>
              <a:gdLst>
                <a:gd name="connsiteX0" fmla="*/ 67723 w 85725"/>
                <a:gd name="connsiteY0" fmla="*/ 86487 h 85725"/>
                <a:gd name="connsiteX1" fmla="*/ 25908 w 85725"/>
                <a:gd name="connsiteY1" fmla="*/ 86487 h 85725"/>
                <a:gd name="connsiteX2" fmla="*/ 7144 w 85725"/>
                <a:gd name="connsiteY2" fmla="*/ 67723 h 85725"/>
                <a:gd name="connsiteX3" fmla="*/ 7144 w 85725"/>
                <a:gd name="connsiteY3" fmla="*/ 25908 h 85725"/>
                <a:gd name="connsiteX4" fmla="*/ 25908 w 85725"/>
                <a:gd name="connsiteY4" fmla="*/ 7144 h 85725"/>
                <a:gd name="connsiteX5" fmla="*/ 67723 w 85725"/>
                <a:gd name="connsiteY5" fmla="*/ 7144 h 85725"/>
                <a:gd name="connsiteX6" fmla="*/ 86487 w 85725"/>
                <a:gd name="connsiteY6" fmla="*/ 25908 h 85725"/>
                <a:gd name="connsiteX7" fmla="*/ 86487 w 85725"/>
                <a:gd name="connsiteY7" fmla="*/ 67723 h 85725"/>
                <a:gd name="connsiteX8" fmla="*/ 67723 w 85725"/>
                <a:gd name="connsiteY8" fmla="*/ 86487 h 85725"/>
                <a:gd name="connsiteX9" fmla="*/ 25908 w 85725"/>
                <a:gd name="connsiteY9" fmla="*/ 14668 h 85725"/>
                <a:gd name="connsiteX10" fmla="*/ 14669 w 85725"/>
                <a:gd name="connsiteY10" fmla="*/ 25908 h 85725"/>
                <a:gd name="connsiteX11" fmla="*/ 14669 w 85725"/>
                <a:gd name="connsiteY11" fmla="*/ 67723 h 85725"/>
                <a:gd name="connsiteX12" fmla="*/ 25908 w 85725"/>
                <a:gd name="connsiteY12" fmla="*/ 78962 h 85725"/>
                <a:gd name="connsiteX13" fmla="*/ 67723 w 85725"/>
                <a:gd name="connsiteY13" fmla="*/ 78962 h 85725"/>
                <a:gd name="connsiteX14" fmla="*/ 78962 w 85725"/>
                <a:gd name="connsiteY14" fmla="*/ 67723 h 85725"/>
                <a:gd name="connsiteX15" fmla="*/ 78962 w 85725"/>
                <a:gd name="connsiteY15" fmla="*/ 25908 h 85725"/>
                <a:gd name="connsiteX16" fmla="*/ 67723 w 85725"/>
                <a:gd name="connsiteY16" fmla="*/ 14668 h 85725"/>
                <a:gd name="connsiteX17" fmla="*/ 25908 w 85725"/>
                <a:gd name="connsiteY17" fmla="*/ 14668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5725" h="85725">
                  <a:moveTo>
                    <a:pt x="67723" y="86487"/>
                  </a:moveTo>
                  <a:lnTo>
                    <a:pt x="25908" y="86487"/>
                  </a:lnTo>
                  <a:cubicBezTo>
                    <a:pt x="15526" y="86487"/>
                    <a:pt x="7144" y="78105"/>
                    <a:pt x="7144" y="67723"/>
                  </a:cubicBezTo>
                  <a:lnTo>
                    <a:pt x="7144" y="25908"/>
                  </a:lnTo>
                  <a:cubicBezTo>
                    <a:pt x="7144" y="15526"/>
                    <a:pt x="15526" y="7144"/>
                    <a:pt x="25908" y="7144"/>
                  </a:cubicBezTo>
                  <a:lnTo>
                    <a:pt x="67723" y="7144"/>
                  </a:lnTo>
                  <a:cubicBezTo>
                    <a:pt x="78105" y="7144"/>
                    <a:pt x="86487" y="15526"/>
                    <a:pt x="86487" y="25908"/>
                  </a:cubicBezTo>
                  <a:lnTo>
                    <a:pt x="86487" y="67723"/>
                  </a:lnTo>
                  <a:cubicBezTo>
                    <a:pt x="86487" y="78105"/>
                    <a:pt x="78105" y="86487"/>
                    <a:pt x="67723" y="86487"/>
                  </a:cubicBezTo>
                  <a:close/>
                  <a:moveTo>
                    <a:pt x="25908" y="14668"/>
                  </a:moveTo>
                  <a:cubicBezTo>
                    <a:pt x="19717" y="14668"/>
                    <a:pt x="14669" y="19717"/>
                    <a:pt x="14669" y="25908"/>
                  </a:cubicBezTo>
                  <a:lnTo>
                    <a:pt x="14669" y="67723"/>
                  </a:lnTo>
                  <a:cubicBezTo>
                    <a:pt x="14669" y="73914"/>
                    <a:pt x="19717" y="78962"/>
                    <a:pt x="25908" y="78962"/>
                  </a:cubicBezTo>
                  <a:lnTo>
                    <a:pt x="67723" y="78962"/>
                  </a:lnTo>
                  <a:cubicBezTo>
                    <a:pt x="73914" y="78962"/>
                    <a:pt x="78962" y="73914"/>
                    <a:pt x="78962" y="67723"/>
                  </a:cubicBezTo>
                  <a:lnTo>
                    <a:pt x="78962" y="25908"/>
                  </a:lnTo>
                  <a:cubicBezTo>
                    <a:pt x="78962" y="19717"/>
                    <a:pt x="73914" y="14668"/>
                    <a:pt x="67723" y="14668"/>
                  </a:cubicBezTo>
                  <a:lnTo>
                    <a:pt x="25908" y="1466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7" name="任意多边形: 形状 116"/>
            <p:cNvSpPr/>
            <p:nvPr>
              <p:custDataLst>
                <p:tags r:id="rId114"/>
              </p:custDataLst>
            </p:nvPr>
          </p:nvSpPr>
          <p:spPr>
            <a:xfrm>
              <a:off x="7312152" y="4766120"/>
              <a:ext cx="28575" cy="28575"/>
            </a:xfrm>
            <a:custGeom>
              <a:avLst/>
              <a:gdLst>
                <a:gd name="connsiteX0" fmla="*/ 22955 w 28575"/>
                <a:gd name="connsiteY0" fmla="*/ 15049 h 28575"/>
                <a:gd name="connsiteX1" fmla="*/ 15050 w 28575"/>
                <a:gd name="connsiteY1" fmla="*/ 22955 h 28575"/>
                <a:gd name="connsiteX2" fmla="*/ 7144 w 28575"/>
                <a:gd name="connsiteY2" fmla="*/ 15049 h 28575"/>
                <a:gd name="connsiteX3" fmla="*/ 15050 w 28575"/>
                <a:gd name="connsiteY3" fmla="*/ 7144 h 28575"/>
                <a:gd name="connsiteX4" fmla="*/ 22955 w 28575"/>
                <a:gd name="connsiteY4" fmla="*/ 15049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2955" y="15049"/>
                  </a:moveTo>
                  <a:cubicBezTo>
                    <a:pt x="22955" y="19431"/>
                    <a:pt x="19431" y="22955"/>
                    <a:pt x="15050" y="22955"/>
                  </a:cubicBezTo>
                  <a:cubicBezTo>
                    <a:pt x="10668" y="22955"/>
                    <a:pt x="7144" y="19431"/>
                    <a:pt x="7144" y="15049"/>
                  </a:cubicBezTo>
                  <a:cubicBezTo>
                    <a:pt x="7144" y="10668"/>
                    <a:pt x="10668" y="7144"/>
                    <a:pt x="15050" y="7144"/>
                  </a:cubicBezTo>
                  <a:cubicBezTo>
                    <a:pt x="19431" y="7144"/>
                    <a:pt x="22955" y="10668"/>
                    <a:pt x="22955" y="1504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8" name="任意多边形: 形状 117"/>
            <p:cNvSpPr/>
            <p:nvPr>
              <p:custDataLst>
                <p:tags r:id="rId115"/>
              </p:custDataLst>
            </p:nvPr>
          </p:nvSpPr>
          <p:spPr>
            <a:xfrm>
              <a:off x="7347854" y="2352206"/>
              <a:ext cx="219075" cy="219075"/>
            </a:xfrm>
            <a:custGeom>
              <a:avLst/>
              <a:gdLst>
                <a:gd name="connsiteX0" fmla="*/ 133605 w 219075"/>
                <a:gd name="connsiteY0" fmla="*/ 28583 h 219075"/>
                <a:gd name="connsiteX1" fmla="*/ 198642 w 219075"/>
                <a:gd name="connsiteY1" fmla="*/ 133605 h 219075"/>
                <a:gd name="connsiteX2" fmla="*/ 93619 w 219075"/>
                <a:gd name="connsiteY2" fmla="*/ 198642 h 219075"/>
                <a:gd name="connsiteX3" fmla="*/ 28583 w 219075"/>
                <a:gd name="connsiteY3" fmla="*/ 93619 h 219075"/>
                <a:gd name="connsiteX4" fmla="*/ 133605 w 219075"/>
                <a:gd name="connsiteY4" fmla="*/ 28583 h 21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75" h="219075">
                  <a:moveTo>
                    <a:pt x="133605" y="28583"/>
                  </a:moveTo>
                  <a:cubicBezTo>
                    <a:pt x="180566" y="39625"/>
                    <a:pt x="209684" y="86645"/>
                    <a:pt x="198642" y="133605"/>
                  </a:cubicBezTo>
                  <a:cubicBezTo>
                    <a:pt x="187600" y="180566"/>
                    <a:pt x="140580" y="209684"/>
                    <a:pt x="93619" y="198642"/>
                  </a:cubicBezTo>
                  <a:cubicBezTo>
                    <a:pt x="46659" y="187600"/>
                    <a:pt x="17541" y="140580"/>
                    <a:pt x="28583" y="93619"/>
                  </a:cubicBezTo>
                  <a:cubicBezTo>
                    <a:pt x="39625" y="46659"/>
                    <a:pt x="86645" y="17541"/>
                    <a:pt x="133605" y="28583"/>
                  </a:cubicBezTo>
                  <a:close/>
                </a:path>
              </a:pathLst>
            </a:custGeom>
            <a:solidFill>
              <a:srgbClr val="6EA2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9" name="任意多边形: 形状 118"/>
            <p:cNvSpPr/>
            <p:nvPr>
              <p:custDataLst>
                <p:tags r:id="rId116"/>
              </p:custDataLst>
            </p:nvPr>
          </p:nvSpPr>
          <p:spPr>
            <a:xfrm>
              <a:off x="7430071" y="2400109"/>
              <a:ext cx="57150" cy="47625"/>
            </a:xfrm>
            <a:custGeom>
              <a:avLst/>
              <a:gdLst>
                <a:gd name="connsiteX0" fmla="*/ 53054 w 57150"/>
                <a:gd name="connsiteY0" fmla="*/ 20003 h 47625"/>
                <a:gd name="connsiteX1" fmla="*/ 53054 w 57150"/>
                <a:gd name="connsiteY1" fmla="*/ 20003 h 47625"/>
                <a:gd name="connsiteX2" fmla="*/ 51245 w 57150"/>
                <a:gd name="connsiteY2" fmla="*/ 16669 h 47625"/>
                <a:gd name="connsiteX3" fmla="*/ 50768 w 57150"/>
                <a:gd name="connsiteY3" fmla="*/ 16002 h 47625"/>
                <a:gd name="connsiteX4" fmla="*/ 48768 w 57150"/>
                <a:gd name="connsiteY4" fmla="*/ 13621 h 47625"/>
                <a:gd name="connsiteX5" fmla="*/ 48196 w 57150"/>
                <a:gd name="connsiteY5" fmla="*/ 13049 h 47625"/>
                <a:gd name="connsiteX6" fmla="*/ 41910 w 57150"/>
                <a:gd name="connsiteY6" fmla="*/ 8858 h 47625"/>
                <a:gd name="connsiteX7" fmla="*/ 41053 w 57150"/>
                <a:gd name="connsiteY7" fmla="*/ 8573 h 47625"/>
                <a:gd name="connsiteX8" fmla="*/ 38195 w 57150"/>
                <a:gd name="connsiteY8" fmla="*/ 7715 h 47625"/>
                <a:gd name="connsiteX9" fmla="*/ 37148 w 57150"/>
                <a:gd name="connsiteY9" fmla="*/ 7525 h 47625"/>
                <a:gd name="connsiteX10" fmla="*/ 33338 w 57150"/>
                <a:gd name="connsiteY10" fmla="*/ 7144 h 47625"/>
                <a:gd name="connsiteX11" fmla="*/ 28575 w 57150"/>
                <a:gd name="connsiteY11" fmla="*/ 7144 h 47625"/>
                <a:gd name="connsiteX12" fmla="*/ 24765 w 57150"/>
                <a:gd name="connsiteY12" fmla="*/ 7525 h 47625"/>
                <a:gd name="connsiteX13" fmla="*/ 23717 w 57150"/>
                <a:gd name="connsiteY13" fmla="*/ 7715 h 47625"/>
                <a:gd name="connsiteX14" fmla="*/ 20860 w 57150"/>
                <a:gd name="connsiteY14" fmla="*/ 8573 h 47625"/>
                <a:gd name="connsiteX15" fmla="*/ 20002 w 57150"/>
                <a:gd name="connsiteY15" fmla="*/ 8858 h 47625"/>
                <a:gd name="connsiteX16" fmla="*/ 13716 w 57150"/>
                <a:gd name="connsiteY16" fmla="*/ 13049 h 47625"/>
                <a:gd name="connsiteX17" fmla="*/ 13145 w 57150"/>
                <a:gd name="connsiteY17" fmla="*/ 13621 h 47625"/>
                <a:gd name="connsiteX18" fmla="*/ 11144 w 57150"/>
                <a:gd name="connsiteY18" fmla="*/ 16002 h 47625"/>
                <a:gd name="connsiteX19" fmla="*/ 10668 w 57150"/>
                <a:gd name="connsiteY19" fmla="*/ 16669 h 47625"/>
                <a:gd name="connsiteX20" fmla="*/ 8858 w 57150"/>
                <a:gd name="connsiteY20" fmla="*/ 20003 h 47625"/>
                <a:gd name="connsiteX21" fmla="*/ 8858 w 57150"/>
                <a:gd name="connsiteY21" fmla="*/ 20003 h 47625"/>
                <a:gd name="connsiteX22" fmla="*/ 7144 w 57150"/>
                <a:gd name="connsiteY22" fmla="*/ 28289 h 47625"/>
                <a:gd name="connsiteX23" fmla="*/ 7144 w 57150"/>
                <a:gd name="connsiteY23" fmla="*/ 41148 h 47625"/>
                <a:gd name="connsiteX24" fmla="*/ 10859 w 57150"/>
                <a:gd name="connsiteY24" fmla="*/ 44863 h 47625"/>
                <a:gd name="connsiteX25" fmla="*/ 14574 w 57150"/>
                <a:gd name="connsiteY25" fmla="*/ 41148 h 47625"/>
                <a:gd name="connsiteX26" fmla="*/ 14574 w 57150"/>
                <a:gd name="connsiteY26" fmla="*/ 28289 h 47625"/>
                <a:gd name="connsiteX27" fmla="*/ 15716 w 57150"/>
                <a:gd name="connsiteY27" fmla="*/ 22860 h 47625"/>
                <a:gd name="connsiteX28" fmla="*/ 17526 w 57150"/>
                <a:gd name="connsiteY28" fmla="*/ 19907 h 47625"/>
                <a:gd name="connsiteX29" fmla="*/ 18192 w 57150"/>
                <a:gd name="connsiteY29" fmla="*/ 19145 h 47625"/>
                <a:gd name="connsiteX30" fmla="*/ 20669 w 57150"/>
                <a:gd name="connsiteY30" fmla="*/ 16859 h 47625"/>
                <a:gd name="connsiteX31" fmla="*/ 21050 w 57150"/>
                <a:gd name="connsiteY31" fmla="*/ 16669 h 47625"/>
                <a:gd name="connsiteX32" fmla="*/ 23908 w 57150"/>
                <a:gd name="connsiteY32" fmla="*/ 15335 h 47625"/>
                <a:gd name="connsiteX33" fmla="*/ 24765 w 57150"/>
                <a:gd name="connsiteY33" fmla="*/ 15050 h 47625"/>
                <a:gd name="connsiteX34" fmla="*/ 28290 w 57150"/>
                <a:gd name="connsiteY34" fmla="*/ 14478 h 47625"/>
                <a:gd name="connsiteX35" fmla="*/ 33052 w 57150"/>
                <a:gd name="connsiteY35" fmla="*/ 14478 h 47625"/>
                <a:gd name="connsiteX36" fmla="*/ 36576 w 57150"/>
                <a:gd name="connsiteY36" fmla="*/ 15050 h 47625"/>
                <a:gd name="connsiteX37" fmla="*/ 37433 w 57150"/>
                <a:gd name="connsiteY37" fmla="*/ 15335 h 47625"/>
                <a:gd name="connsiteX38" fmla="*/ 40291 w 57150"/>
                <a:gd name="connsiteY38" fmla="*/ 16669 h 47625"/>
                <a:gd name="connsiteX39" fmla="*/ 40672 w 57150"/>
                <a:gd name="connsiteY39" fmla="*/ 16859 h 47625"/>
                <a:gd name="connsiteX40" fmla="*/ 43149 w 57150"/>
                <a:gd name="connsiteY40" fmla="*/ 19145 h 47625"/>
                <a:gd name="connsiteX41" fmla="*/ 43815 w 57150"/>
                <a:gd name="connsiteY41" fmla="*/ 19907 h 47625"/>
                <a:gd name="connsiteX42" fmla="*/ 45625 w 57150"/>
                <a:gd name="connsiteY42" fmla="*/ 22860 h 47625"/>
                <a:gd name="connsiteX43" fmla="*/ 46767 w 57150"/>
                <a:gd name="connsiteY43" fmla="*/ 28289 h 47625"/>
                <a:gd name="connsiteX44" fmla="*/ 46767 w 57150"/>
                <a:gd name="connsiteY44" fmla="*/ 41148 h 47625"/>
                <a:gd name="connsiteX45" fmla="*/ 50482 w 57150"/>
                <a:gd name="connsiteY45" fmla="*/ 44863 h 47625"/>
                <a:gd name="connsiteX46" fmla="*/ 54197 w 57150"/>
                <a:gd name="connsiteY46" fmla="*/ 41148 h 47625"/>
                <a:gd name="connsiteX47" fmla="*/ 54197 w 57150"/>
                <a:gd name="connsiteY47" fmla="*/ 28289 h 47625"/>
                <a:gd name="connsiteX48" fmla="*/ 53054 w 57150"/>
                <a:gd name="connsiteY48" fmla="*/ 20003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57150" h="47625">
                  <a:moveTo>
                    <a:pt x="53054" y="20003"/>
                  </a:moveTo>
                  <a:cubicBezTo>
                    <a:pt x="53054" y="20003"/>
                    <a:pt x="53054" y="20003"/>
                    <a:pt x="53054" y="20003"/>
                  </a:cubicBezTo>
                  <a:cubicBezTo>
                    <a:pt x="52578" y="18764"/>
                    <a:pt x="51911" y="17717"/>
                    <a:pt x="51245" y="16669"/>
                  </a:cubicBezTo>
                  <a:cubicBezTo>
                    <a:pt x="51054" y="16478"/>
                    <a:pt x="50959" y="16192"/>
                    <a:pt x="50768" y="16002"/>
                  </a:cubicBezTo>
                  <a:cubicBezTo>
                    <a:pt x="50197" y="15145"/>
                    <a:pt x="49530" y="14383"/>
                    <a:pt x="48768" y="13621"/>
                  </a:cubicBezTo>
                  <a:cubicBezTo>
                    <a:pt x="48577" y="13430"/>
                    <a:pt x="48387" y="13240"/>
                    <a:pt x="48196" y="13049"/>
                  </a:cubicBezTo>
                  <a:cubicBezTo>
                    <a:pt x="46387" y="11240"/>
                    <a:pt x="44291" y="9811"/>
                    <a:pt x="41910" y="8858"/>
                  </a:cubicBezTo>
                  <a:cubicBezTo>
                    <a:pt x="41624" y="8763"/>
                    <a:pt x="41339" y="8668"/>
                    <a:pt x="41053" y="8573"/>
                  </a:cubicBezTo>
                  <a:cubicBezTo>
                    <a:pt x="40100" y="8192"/>
                    <a:pt x="39243" y="7906"/>
                    <a:pt x="38195" y="7715"/>
                  </a:cubicBezTo>
                  <a:cubicBezTo>
                    <a:pt x="37815" y="7620"/>
                    <a:pt x="37529" y="7525"/>
                    <a:pt x="37148" y="7525"/>
                  </a:cubicBezTo>
                  <a:cubicBezTo>
                    <a:pt x="35909" y="7334"/>
                    <a:pt x="34576" y="7144"/>
                    <a:pt x="33338" y="7144"/>
                  </a:cubicBezTo>
                  <a:lnTo>
                    <a:pt x="28575" y="7144"/>
                  </a:lnTo>
                  <a:cubicBezTo>
                    <a:pt x="27241" y="7144"/>
                    <a:pt x="26003" y="7334"/>
                    <a:pt x="24765" y="7525"/>
                  </a:cubicBezTo>
                  <a:cubicBezTo>
                    <a:pt x="24384" y="7620"/>
                    <a:pt x="24099" y="7715"/>
                    <a:pt x="23717" y="7715"/>
                  </a:cubicBezTo>
                  <a:cubicBezTo>
                    <a:pt x="22765" y="7906"/>
                    <a:pt x="21812" y="8192"/>
                    <a:pt x="20860" y="8573"/>
                  </a:cubicBezTo>
                  <a:cubicBezTo>
                    <a:pt x="20574" y="8668"/>
                    <a:pt x="20288" y="8763"/>
                    <a:pt x="20002" y="8858"/>
                  </a:cubicBezTo>
                  <a:cubicBezTo>
                    <a:pt x="17716" y="9906"/>
                    <a:pt x="15526" y="11335"/>
                    <a:pt x="13716" y="13049"/>
                  </a:cubicBezTo>
                  <a:cubicBezTo>
                    <a:pt x="13525" y="13240"/>
                    <a:pt x="13335" y="13430"/>
                    <a:pt x="13145" y="13621"/>
                  </a:cubicBezTo>
                  <a:cubicBezTo>
                    <a:pt x="12478" y="14383"/>
                    <a:pt x="11811" y="15145"/>
                    <a:pt x="11144" y="16002"/>
                  </a:cubicBezTo>
                  <a:cubicBezTo>
                    <a:pt x="10954" y="16192"/>
                    <a:pt x="10859" y="16478"/>
                    <a:pt x="10668" y="16669"/>
                  </a:cubicBezTo>
                  <a:cubicBezTo>
                    <a:pt x="10001" y="17717"/>
                    <a:pt x="9334" y="18860"/>
                    <a:pt x="8858" y="20003"/>
                  </a:cubicBezTo>
                  <a:cubicBezTo>
                    <a:pt x="8858" y="20003"/>
                    <a:pt x="8858" y="20003"/>
                    <a:pt x="8858" y="20003"/>
                  </a:cubicBezTo>
                  <a:cubicBezTo>
                    <a:pt x="7811" y="22574"/>
                    <a:pt x="7144" y="25337"/>
                    <a:pt x="7144" y="28289"/>
                  </a:cubicBezTo>
                  <a:lnTo>
                    <a:pt x="7144" y="41148"/>
                  </a:lnTo>
                  <a:cubicBezTo>
                    <a:pt x="7144" y="43244"/>
                    <a:pt x="8858" y="44863"/>
                    <a:pt x="10859" y="44863"/>
                  </a:cubicBezTo>
                  <a:cubicBezTo>
                    <a:pt x="12954" y="44863"/>
                    <a:pt x="14574" y="43148"/>
                    <a:pt x="14574" y="41148"/>
                  </a:cubicBezTo>
                  <a:lnTo>
                    <a:pt x="14574" y="28289"/>
                  </a:lnTo>
                  <a:cubicBezTo>
                    <a:pt x="14574" y="26384"/>
                    <a:pt x="14954" y="24479"/>
                    <a:pt x="15716" y="22860"/>
                  </a:cubicBezTo>
                  <a:cubicBezTo>
                    <a:pt x="16193" y="21812"/>
                    <a:pt x="16859" y="20860"/>
                    <a:pt x="17526" y="19907"/>
                  </a:cubicBezTo>
                  <a:cubicBezTo>
                    <a:pt x="17716" y="19621"/>
                    <a:pt x="17907" y="19336"/>
                    <a:pt x="18192" y="19145"/>
                  </a:cubicBezTo>
                  <a:cubicBezTo>
                    <a:pt x="18955" y="18288"/>
                    <a:pt x="19812" y="17526"/>
                    <a:pt x="20669" y="16859"/>
                  </a:cubicBezTo>
                  <a:cubicBezTo>
                    <a:pt x="20764" y="16764"/>
                    <a:pt x="20955" y="16764"/>
                    <a:pt x="21050" y="16669"/>
                  </a:cubicBezTo>
                  <a:cubicBezTo>
                    <a:pt x="21907" y="16097"/>
                    <a:pt x="22860" y="15716"/>
                    <a:pt x="23908" y="15335"/>
                  </a:cubicBezTo>
                  <a:cubicBezTo>
                    <a:pt x="24193" y="15240"/>
                    <a:pt x="24479" y="15145"/>
                    <a:pt x="24765" y="15050"/>
                  </a:cubicBezTo>
                  <a:cubicBezTo>
                    <a:pt x="25908" y="14764"/>
                    <a:pt x="27146" y="14478"/>
                    <a:pt x="28290" y="14478"/>
                  </a:cubicBezTo>
                  <a:lnTo>
                    <a:pt x="33052" y="14478"/>
                  </a:lnTo>
                  <a:cubicBezTo>
                    <a:pt x="34290" y="14478"/>
                    <a:pt x="35433" y="14669"/>
                    <a:pt x="36576" y="15050"/>
                  </a:cubicBezTo>
                  <a:cubicBezTo>
                    <a:pt x="36862" y="15145"/>
                    <a:pt x="37148" y="15240"/>
                    <a:pt x="37433" y="15335"/>
                  </a:cubicBezTo>
                  <a:cubicBezTo>
                    <a:pt x="38386" y="15716"/>
                    <a:pt x="39338" y="16097"/>
                    <a:pt x="40291" y="16669"/>
                  </a:cubicBezTo>
                  <a:cubicBezTo>
                    <a:pt x="40386" y="16764"/>
                    <a:pt x="40577" y="16764"/>
                    <a:pt x="40672" y="16859"/>
                  </a:cubicBezTo>
                  <a:cubicBezTo>
                    <a:pt x="41624" y="17526"/>
                    <a:pt x="42386" y="18288"/>
                    <a:pt x="43149" y="19145"/>
                  </a:cubicBezTo>
                  <a:cubicBezTo>
                    <a:pt x="43339" y="19431"/>
                    <a:pt x="43625" y="19621"/>
                    <a:pt x="43815" y="19907"/>
                  </a:cubicBezTo>
                  <a:cubicBezTo>
                    <a:pt x="44482" y="20765"/>
                    <a:pt x="45148" y="21812"/>
                    <a:pt x="45625" y="22860"/>
                  </a:cubicBezTo>
                  <a:cubicBezTo>
                    <a:pt x="46387" y="24575"/>
                    <a:pt x="46767" y="26384"/>
                    <a:pt x="46767" y="28289"/>
                  </a:cubicBezTo>
                  <a:lnTo>
                    <a:pt x="46767" y="41148"/>
                  </a:lnTo>
                  <a:cubicBezTo>
                    <a:pt x="46767" y="43244"/>
                    <a:pt x="48483" y="44863"/>
                    <a:pt x="50482" y="44863"/>
                  </a:cubicBezTo>
                  <a:cubicBezTo>
                    <a:pt x="52578" y="44863"/>
                    <a:pt x="54197" y="43148"/>
                    <a:pt x="54197" y="41148"/>
                  </a:cubicBezTo>
                  <a:lnTo>
                    <a:pt x="54197" y="28289"/>
                  </a:lnTo>
                  <a:cubicBezTo>
                    <a:pt x="54769" y="25337"/>
                    <a:pt x="54197" y="22574"/>
                    <a:pt x="53054" y="2000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0" name="任意多边形: 形状 119"/>
            <p:cNvSpPr/>
            <p:nvPr>
              <p:custDataLst>
                <p:tags r:id="rId117"/>
              </p:custDataLst>
            </p:nvPr>
          </p:nvSpPr>
          <p:spPr>
            <a:xfrm>
              <a:off x="7450264" y="2465927"/>
              <a:ext cx="19050" cy="28575"/>
            </a:xfrm>
            <a:custGeom>
              <a:avLst/>
              <a:gdLst>
                <a:gd name="connsiteX0" fmla="*/ 10859 w 19050"/>
                <a:gd name="connsiteY0" fmla="*/ 27813 h 28575"/>
                <a:gd name="connsiteX1" fmla="*/ 7144 w 19050"/>
                <a:gd name="connsiteY1" fmla="*/ 24098 h 28575"/>
                <a:gd name="connsiteX2" fmla="*/ 7144 w 19050"/>
                <a:gd name="connsiteY2" fmla="*/ 10858 h 28575"/>
                <a:gd name="connsiteX3" fmla="*/ 10859 w 19050"/>
                <a:gd name="connsiteY3" fmla="*/ 7144 h 28575"/>
                <a:gd name="connsiteX4" fmla="*/ 14574 w 19050"/>
                <a:gd name="connsiteY4" fmla="*/ 10858 h 28575"/>
                <a:gd name="connsiteX5" fmla="*/ 14574 w 19050"/>
                <a:gd name="connsiteY5" fmla="*/ 24098 h 28575"/>
                <a:gd name="connsiteX6" fmla="*/ 10859 w 19050"/>
                <a:gd name="connsiteY6" fmla="*/ 27813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" h="28575">
                  <a:moveTo>
                    <a:pt x="10859" y="27813"/>
                  </a:moveTo>
                  <a:cubicBezTo>
                    <a:pt x="8763" y="27813"/>
                    <a:pt x="7144" y="26099"/>
                    <a:pt x="7144" y="24098"/>
                  </a:cubicBezTo>
                  <a:lnTo>
                    <a:pt x="7144" y="10858"/>
                  </a:lnTo>
                  <a:cubicBezTo>
                    <a:pt x="7144" y="8763"/>
                    <a:pt x="8858" y="7144"/>
                    <a:pt x="10859" y="7144"/>
                  </a:cubicBezTo>
                  <a:cubicBezTo>
                    <a:pt x="12954" y="7144"/>
                    <a:pt x="14574" y="8858"/>
                    <a:pt x="14574" y="10858"/>
                  </a:cubicBezTo>
                  <a:lnTo>
                    <a:pt x="14574" y="24098"/>
                  </a:lnTo>
                  <a:cubicBezTo>
                    <a:pt x="14668" y="26099"/>
                    <a:pt x="12954" y="27813"/>
                    <a:pt x="10859" y="2781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1" name="任意多边形: 形状 120"/>
            <p:cNvSpPr/>
            <p:nvPr>
              <p:custDataLst>
                <p:tags r:id="rId118"/>
              </p:custDataLst>
            </p:nvPr>
          </p:nvSpPr>
          <p:spPr>
            <a:xfrm>
              <a:off x="7414355" y="2432495"/>
              <a:ext cx="85725" cy="85725"/>
            </a:xfrm>
            <a:custGeom>
              <a:avLst/>
              <a:gdLst>
                <a:gd name="connsiteX0" fmla="*/ 67723 w 85725"/>
                <a:gd name="connsiteY0" fmla="*/ 86487 h 85725"/>
                <a:gd name="connsiteX1" fmla="*/ 25908 w 85725"/>
                <a:gd name="connsiteY1" fmla="*/ 86487 h 85725"/>
                <a:gd name="connsiteX2" fmla="*/ 7144 w 85725"/>
                <a:gd name="connsiteY2" fmla="*/ 67723 h 85725"/>
                <a:gd name="connsiteX3" fmla="*/ 7144 w 85725"/>
                <a:gd name="connsiteY3" fmla="*/ 25908 h 85725"/>
                <a:gd name="connsiteX4" fmla="*/ 25908 w 85725"/>
                <a:gd name="connsiteY4" fmla="*/ 7144 h 85725"/>
                <a:gd name="connsiteX5" fmla="*/ 67723 w 85725"/>
                <a:gd name="connsiteY5" fmla="*/ 7144 h 85725"/>
                <a:gd name="connsiteX6" fmla="*/ 86487 w 85725"/>
                <a:gd name="connsiteY6" fmla="*/ 25908 h 85725"/>
                <a:gd name="connsiteX7" fmla="*/ 86487 w 85725"/>
                <a:gd name="connsiteY7" fmla="*/ 67723 h 85725"/>
                <a:gd name="connsiteX8" fmla="*/ 67723 w 85725"/>
                <a:gd name="connsiteY8" fmla="*/ 86487 h 85725"/>
                <a:gd name="connsiteX9" fmla="*/ 25908 w 85725"/>
                <a:gd name="connsiteY9" fmla="*/ 14668 h 85725"/>
                <a:gd name="connsiteX10" fmla="*/ 14669 w 85725"/>
                <a:gd name="connsiteY10" fmla="*/ 25908 h 85725"/>
                <a:gd name="connsiteX11" fmla="*/ 14669 w 85725"/>
                <a:gd name="connsiteY11" fmla="*/ 67723 h 85725"/>
                <a:gd name="connsiteX12" fmla="*/ 25908 w 85725"/>
                <a:gd name="connsiteY12" fmla="*/ 78962 h 85725"/>
                <a:gd name="connsiteX13" fmla="*/ 67723 w 85725"/>
                <a:gd name="connsiteY13" fmla="*/ 78962 h 85725"/>
                <a:gd name="connsiteX14" fmla="*/ 78963 w 85725"/>
                <a:gd name="connsiteY14" fmla="*/ 67723 h 85725"/>
                <a:gd name="connsiteX15" fmla="*/ 78963 w 85725"/>
                <a:gd name="connsiteY15" fmla="*/ 25908 h 85725"/>
                <a:gd name="connsiteX16" fmla="*/ 67723 w 85725"/>
                <a:gd name="connsiteY16" fmla="*/ 14668 h 85725"/>
                <a:gd name="connsiteX17" fmla="*/ 25908 w 85725"/>
                <a:gd name="connsiteY17" fmla="*/ 14668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5725" h="85725">
                  <a:moveTo>
                    <a:pt x="67723" y="86487"/>
                  </a:moveTo>
                  <a:lnTo>
                    <a:pt x="25908" y="86487"/>
                  </a:lnTo>
                  <a:cubicBezTo>
                    <a:pt x="15526" y="86487"/>
                    <a:pt x="7144" y="78105"/>
                    <a:pt x="7144" y="67723"/>
                  </a:cubicBezTo>
                  <a:lnTo>
                    <a:pt x="7144" y="25908"/>
                  </a:lnTo>
                  <a:cubicBezTo>
                    <a:pt x="7144" y="15526"/>
                    <a:pt x="15526" y="7144"/>
                    <a:pt x="25908" y="7144"/>
                  </a:cubicBezTo>
                  <a:lnTo>
                    <a:pt x="67723" y="7144"/>
                  </a:lnTo>
                  <a:cubicBezTo>
                    <a:pt x="78105" y="7144"/>
                    <a:pt x="86487" y="15526"/>
                    <a:pt x="86487" y="25908"/>
                  </a:cubicBezTo>
                  <a:lnTo>
                    <a:pt x="86487" y="67723"/>
                  </a:lnTo>
                  <a:cubicBezTo>
                    <a:pt x="86487" y="78105"/>
                    <a:pt x="78105" y="86487"/>
                    <a:pt x="67723" y="86487"/>
                  </a:cubicBezTo>
                  <a:close/>
                  <a:moveTo>
                    <a:pt x="25908" y="14668"/>
                  </a:moveTo>
                  <a:cubicBezTo>
                    <a:pt x="19717" y="14668"/>
                    <a:pt x="14669" y="19717"/>
                    <a:pt x="14669" y="25908"/>
                  </a:cubicBezTo>
                  <a:lnTo>
                    <a:pt x="14669" y="67723"/>
                  </a:lnTo>
                  <a:cubicBezTo>
                    <a:pt x="14669" y="73914"/>
                    <a:pt x="19717" y="78962"/>
                    <a:pt x="25908" y="78962"/>
                  </a:cubicBezTo>
                  <a:lnTo>
                    <a:pt x="67723" y="78962"/>
                  </a:lnTo>
                  <a:cubicBezTo>
                    <a:pt x="73914" y="78962"/>
                    <a:pt x="78963" y="73914"/>
                    <a:pt x="78963" y="67723"/>
                  </a:cubicBezTo>
                  <a:lnTo>
                    <a:pt x="78963" y="25908"/>
                  </a:lnTo>
                  <a:cubicBezTo>
                    <a:pt x="78963" y="19717"/>
                    <a:pt x="73914" y="14668"/>
                    <a:pt x="67723" y="14668"/>
                  </a:cubicBezTo>
                  <a:lnTo>
                    <a:pt x="25908" y="1466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2" name="任意多边形: 形状 121"/>
            <p:cNvSpPr/>
            <p:nvPr>
              <p:custDataLst>
                <p:tags r:id="rId119"/>
              </p:custDataLst>
            </p:nvPr>
          </p:nvSpPr>
          <p:spPr>
            <a:xfrm>
              <a:off x="7446169" y="2460972"/>
              <a:ext cx="28575" cy="28575"/>
            </a:xfrm>
            <a:custGeom>
              <a:avLst/>
              <a:gdLst>
                <a:gd name="connsiteX0" fmla="*/ 22955 w 28575"/>
                <a:gd name="connsiteY0" fmla="*/ 15051 h 28575"/>
                <a:gd name="connsiteX1" fmla="*/ 15050 w 28575"/>
                <a:gd name="connsiteY1" fmla="*/ 22957 h 28575"/>
                <a:gd name="connsiteX2" fmla="*/ 7144 w 28575"/>
                <a:gd name="connsiteY2" fmla="*/ 15051 h 28575"/>
                <a:gd name="connsiteX3" fmla="*/ 15050 w 28575"/>
                <a:gd name="connsiteY3" fmla="*/ 7146 h 28575"/>
                <a:gd name="connsiteX4" fmla="*/ 22955 w 28575"/>
                <a:gd name="connsiteY4" fmla="*/ 1505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2955" y="15051"/>
                  </a:moveTo>
                  <a:cubicBezTo>
                    <a:pt x="22955" y="19433"/>
                    <a:pt x="19431" y="22957"/>
                    <a:pt x="15050" y="22957"/>
                  </a:cubicBezTo>
                  <a:cubicBezTo>
                    <a:pt x="10668" y="22957"/>
                    <a:pt x="7144" y="19433"/>
                    <a:pt x="7144" y="15051"/>
                  </a:cubicBezTo>
                  <a:cubicBezTo>
                    <a:pt x="7144" y="10670"/>
                    <a:pt x="10668" y="7146"/>
                    <a:pt x="15050" y="7146"/>
                  </a:cubicBezTo>
                  <a:cubicBezTo>
                    <a:pt x="19336" y="7050"/>
                    <a:pt x="22955" y="10670"/>
                    <a:pt x="22955" y="150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3" name="任意多边形: 形状 122"/>
            <p:cNvSpPr/>
            <p:nvPr>
              <p:custDataLst>
                <p:tags r:id="rId120"/>
              </p:custDataLst>
            </p:nvPr>
          </p:nvSpPr>
          <p:spPr>
            <a:xfrm>
              <a:off x="8253603" y="4519422"/>
              <a:ext cx="238125" cy="152400"/>
            </a:xfrm>
            <a:custGeom>
              <a:avLst/>
              <a:gdLst>
                <a:gd name="connsiteX0" fmla="*/ 218789 w 238125"/>
                <a:gd name="connsiteY0" fmla="*/ 153448 h 152400"/>
                <a:gd name="connsiteX1" fmla="*/ 25336 w 238125"/>
                <a:gd name="connsiteY1" fmla="*/ 153448 h 152400"/>
                <a:gd name="connsiteX2" fmla="*/ 7144 w 238125"/>
                <a:gd name="connsiteY2" fmla="*/ 135255 h 152400"/>
                <a:gd name="connsiteX3" fmla="*/ 7144 w 238125"/>
                <a:gd name="connsiteY3" fmla="*/ 25337 h 152400"/>
                <a:gd name="connsiteX4" fmla="*/ 25336 w 238125"/>
                <a:gd name="connsiteY4" fmla="*/ 7144 h 152400"/>
                <a:gd name="connsiteX5" fmla="*/ 218789 w 238125"/>
                <a:gd name="connsiteY5" fmla="*/ 7144 h 152400"/>
                <a:gd name="connsiteX6" fmla="*/ 236982 w 238125"/>
                <a:gd name="connsiteY6" fmla="*/ 25337 h 152400"/>
                <a:gd name="connsiteX7" fmla="*/ 236982 w 238125"/>
                <a:gd name="connsiteY7" fmla="*/ 135255 h 152400"/>
                <a:gd name="connsiteX8" fmla="*/ 218789 w 238125"/>
                <a:gd name="connsiteY8" fmla="*/ 153448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125" h="152400">
                  <a:moveTo>
                    <a:pt x="218789" y="153448"/>
                  </a:moveTo>
                  <a:lnTo>
                    <a:pt x="25336" y="153448"/>
                  </a:lnTo>
                  <a:cubicBezTo>
                    <a:pt x="15335" y="153448"/>
                    <a:pt x="7144" y="145351"/>
                    <a:pt x="7144" y="135255"/>
                  </a:cubicBezTo>
                  <a:lnTo>
                    <a:pt x="7144" y="25337"/>
                  </a:lnTo>
                  <a:cubicBezTo>
                    <a:pt x="7144" y="15335"/>
                    <a:pt x="15240" y="7144"/>
                    <a:pt x="25336" y="7144"/>
                  </a:cubicBezTo>
                  <a:lnTo>
                    <a:pt x="218789" y="7144"/>
                  </a:lnTo>
                  <a:cubicBezTo>
                    <a:pt x="228790" y="7144"/>
                    <a:pt x="236982" y="15240"/>
                    <a:pt x="236982" y="25337"/>
                  </a:cubicBezTo>
                  <a:lnTo>
                    <a:pt x="236982" y="135255"/>
                  </a:lnTo>
                  <a:cubicBezTo>
                    <a:pt x="236887" y="145351"/>
                    <a:pt x="228790" y="153448"/>
                    <a:pt x="218789" y="153448"/>
                  </a:cubicBezTo>
                  <a:close/>
                </a:path>
              </a:pathLst>
            </a:custGeom>
            <a:solidFill>
              <a:srgbClr val="D6D6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4" name="任意多边形: 形状 123"/>
            <p:cNvSpPr/>
            <p:nvPr>
              <p:custDataLst>
                <p:tags r:id="rId121"/>
              </p:custDataLst>
            </p:nvPr>
          </p:nvSpPr>
          <p:spPr>
            <a:xfrm>
              <a:off x="8254651" y="4519517"/>
              <a:ext cx="238125" cy="114300"/>
            </a:xfrm>
            <a:custGeom>
              <a:avLst/>
              <a:gdLst>
                <a:gd name="connsiteX0" fmla="*/ 222599 w 238125"/>
                <a:gd name="connsiteY0" fmla="*/ 7144 h 114300"/>
                <a:gd name="connsiteX1" fmla="*/ 19431 w 238125"/>
                <a:gd name="connsiteY1" fmla="*/ 7144 h 114300"/>
                <a:gd name="connsiteX2" fmla="*/ 7144 w 238125"/>
                <a:gd name="connsiteY2" fmla="*/ 15621 h 114300"/>
                <a:gd name="connsiteX3" fmla="*/ 113157 w 238125"/>
                <a:gd name="connsiteY3" fmla="*/ 112204 h 114300"/>
                <a:gd name="connsiteX4" fmla="*/ 128968 w 238125"/>
                <a:gd name="connsiteY4" fmla="*/ 112204 h 114300"/>
                <a:gd name="connsiteX5" fmla="*/ 234982 w 238125"/>
                <a:gd name="connsiteY5" fmla="*/ 15621 h 114300"/>
                <a:gd name="connsiteX6" fmla="*/ 222599 w 238125"/>
                <a:gd name="connsiteY6" fmla="*/ 714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5" h="114300">
                  <a:moveTo>
                    <a:pt x="222599" y="7144"/>
                  </a:moveTo>
                  <a:lnTo>
                    <a:pt x="19431" y="7144"/>
                  </a:lnTo>
                  <a:cubicBezTo>
                    <a:pt x="13811" y="7144"/>
                    <a:pt x="9049" y="10668"/>
                    <a:pt x="7144" y="15621"/>
                  </a:cubicBezTo>
                  <a:lnTo>
                    <a:pt x="113157" y="112204"/>
                  </a:lnTo>
                  <a:cubicBezTo>
                    <a:pt x="117920" y="115919"/>
                    <a:pt x="124206" y="115919"/>
                    <a:pt x="128968" y="112204"/>
                  </a:cubicBezTo>
                  <a:lnTo>
                    <a:pt x="234982" y="15621"/>
                  </a:lnTo>
                  <a:cubicBezTo>
                    <a:pt x="232982" y="10668"/>
                    <a:pt x="228219" y="7144"/>
                    <a:pt x="222599" y="7144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5" name="任意多边形: 形状 124"/>
            <p:cNvSpPr/>
            <p:nvPr>
              <p:custDataLst>
                <p:tags r:id="rId122"/>
              </p:custDataLst>
            </p:nvPr>
          </p:nvSpPr>
          <p:spPr>
            <a:xfrm>
              <a:off x="8254651" y="4519517"/>
              <a:ext cx="238125" cy="104775"/>
            </a:xfrm>
            <a:custGeom>
              <a:avLst/>
              <a:gdLst>
                <a:gd name="connsiteX0" fmla="*/ 222599 w 238125"/>
                <a:gd name="connsiteY0" fmla="*/ 7144 h 104775"/>
                <a:gd name="connsiteX1" fmla="*/ 19431 w 238125"/>
                <a:gd name="connsiteY1" fmla="*/ 7144 h 104775"/>
                <a:gd name="connsiteX2" fmla="*/ 7144 w 238125"/>
                <a:gd name="connsiteY2" fmla="*/ 15621 h 104775"/>
                <a:gd name="connsiteX3" fmla="*/ 113157 w 238125"/>
                <a:gd name="connsiteY3" fmla="*/ 98203 h 104775"/>
                <a:gd name="connsiteX4" fmla="*/ 128968 w 238125"/>
                <a:gd name="connsiteY4" fmla="*/ 98203 h 104775"/>
                <a:gd name="connsiteX5" fmla="*/ 234982 w 238125"/>
                <a:gd name="connsiteY5" fmla="*/ 15621 h 104775"/>
                <a:gd name="connsiteX6" fmla="*/ 222599 w 238125"/>
                <a:gd name="connsiteY6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5" h="104775">
                  <a:moveTo>
                    <a:pt x="222599" y="7144"/>
                  </a:moveTo>
                  <a:lnTo>
                    <a:pt x="19431" y="7144"/>
                  </a:lnTo>
                  <a:cubicBezTo>
                    <a:pt x="13811" y="7144"/>
                    <a:pt x="9049" y="10668"/>
                    <a:pt x="7144" y="15621"/>
                  </a:cubicBezTo>
                  <a:lnTo>
                    <a:pt x="113157" y="98203"/>
                  </a:lnTo>
                  <a:cubicBezTo>
                    <a:pt x="117920" y="101918"/>
                    <a:pt x="124206" y="101918"/>
                    <a:pt x="128968" y="98203"/>
                  </a:cubicBezTo>
                  <a:lnTo>
                    <a:pt x="234982" y="15621"/>
                  </a:lnTo>
                  <a:cubicBezTo>
                    <a:pt x="232982" y="10668"/>
                    <a:pt x="228219" y="7144"/>
                    <a:pt x="222599" y="7144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6" name="任意多边形: 形状 125"/>
            <p:cNvSpPr/>
            <p:nvPr>
              <p:custDataLst>
                <p:tags r:id="rId123"/>
              </p:custDataLst>
            </p:nvPr>
          </p:nvSpPr>
          <p:spPr>
            <a:xfrm>
              <a:off x="7758589" y="3005995"/>
              <a:ext cx="219075" cy="142875"/>
            </a:xfrm>
            <a:custGeom>
              <a:avLst/>
              <a:gdLst>
                <a:gd name="connsiteX0" fmla="*/ 200501 w 219075"/>
                <a:gd name="connsiteY0" fmla="*/ 141827 h 142875"/>
                <a:gd name="connsiteX1" fmla="*/ 25337 w 219075"/>
                <a:gd name="connsiteY1" fmla="*/ 141827 h 142875"/>
                <a:gd name="connsiteX2" fmla="*/ 7144 w 219075"/>
                <a:gd name="connsiteY2" fmla="*/ 123635 h 142875"/>
                <a:gd name="connsiteX3" fmla="*/ 7144 w 219075"/>
                <a:gd name="connsiteY3" fmla="*/ 25337 h 142875"/>
                <a:gd name="connsiteX4" fmla="*/ 25337 w 219075"/>
                <a:gd name="connsiteY4" fmla="*/ 7144 h 142875"/>
                <a:gd name="connsiteX5" fmla="*/ 200501 w 219075"/>
                <a:gd name="connsiteY5" fmla="*/ 7144 h 142875"/>
                <a:gd name="connsiteX6" fmla="*/ 218694 w 219075"/>
                <a:gd name="connsiteY6" fmla="*/ 25337 h 142875"/>
                <a:gd name="connsiteX7" fmla="*/ 218694 w 219075"/>
                <a:gd name="connsiteY7" fmla="*/ 123635 h 142875"/>
                <a:gd name="connsiteX8" fmla="*/ 200501 w 219075"/>
                <a:gd name="connsiteY8" fmla="*/ 14182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42875">
                  <a:moveTo>
                    <a:pt x="200501" y="141827"/>
                  </a:moveTo>
                  <a:lnTo>
                    <a:pt x="25337" y="141827"/>
                  </a:lnTo>
                  <a:cubicBezTo>
                    <a:pt x="15335" y="141827"/>
                    <a:pt x="7144" y="133731"/>
                    <a:pt x="7144" y="123635"/>
                  </a:cubicBezTo>
                  <a:lnTo>
                    <a:pt x="7144" y="25337"/>
                  </a:lnTo>
                  <a:cubicBezTo>
                    <a:pt x="7144" y="15335"/>
                    <a:pt x="15240" y="7144"/>
                    <a:pt x="25337" y="7144"/>
                  </a:cubicBezTo>
                  <a:lnTo>
                    <a:pt x="200501" y="7144"/>
                  </a:lnTo>
                  <a:cubicBezTo>
                    <a:pt x="210503" y="7144"/>
                    <a:pt x="218694" y="15240"/>
                    <a:pt x="218694" y="25337"/>
                  </a:cubicBezTo>
                  <a:lnTo>
                    <a:pt x="218694" y="123635"/>
                  </a:lnTo>
                  <a:cubicBezTo>
                    <a:pt x="218694" y="133636"/>
                    <a:pt x="210503" y="141827"/>
                    <a:pt x="200501" y="14182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7" name="任意多边形: 形状 126"/>
            <p:cNvSpPr/>
            <p:nvPr>
              <p:custDataLst>
                <p:tags r:id="rId124"/>
              </p:custDataLst>
            </p:nvPr>
          </p:nvSpPr>
          <p:spPr>
            <a:xfrm>
              <a:off x="7759446" y="3006090"/>
              <a:ext cx="219075" cy="104775"/>
            </a:xfrm>
            <a:custGeom>
              <a:avLst/>
              <a:gdLst>
                <a:gd name="connsiteX0" fmla="*/ 205549 w 219075"/>
                <a:gd name="connsiteY0" fmla="*/ 7144 h 104775"/>
                <a:gd name="connsiteX1" fmla="*/ 18479 w 219075"/>
                <a:gd name="connsiteY1" fmla="*/ 7144 h 104775"/>
                <a:gd name="connsiteX2" fmla="*/ 7144 w 219075"/>
                <a:gd name="connsiteY2" fmla="*/ 14954 h 104775"/>
                <a:gd name="connsiteX3" fmla="*/ 104775 w 219075"/>
                <a:gd name="connsiteY3" fmla="*/ 103918 h 104775"/>
                <a:gd name="connsiteX4" fmla="*/ 119348 w 219075"/>
                <a:gd name="connsiteY4" fmla="*/ 103918 h 104775"/>
                <a:gd name="connsiteX5" fmla="*/ 216979 w 219075"/>
                <a:gd name="connsiteY5" fmla="*/ 14954 h 104775"/>
                <a:gd name="connsiteX6" fmla="*/ 205549 w 219075"/>
                <a:gd name="connsiteY6" fmla="*/ 714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075" h="104775">
                  <a:moveTo>
                    <a:pt x="205549" y="7144"/>
                  </a:moveTo>
                  <a:lnTo>
                    <a:pt x="18479" y="7144"/>
                  </a:lnTo>
                  <a:cubicBezTo>
                    <a:pt x="13335" y="7144"/>
                    <a:pt x="8858" y="10382"/>
                    <a:pt x="7144" y="14954"/>
                  </a:cubicBezTo>
                  <a:lnTo>
                    <a:pt x="104775" y="103918"/>
                  </a:lnTo>
                  <a:cubicBezTo>
                    <a:pt x="109156" y="107347"/>
                    <a:pt x="114967" y="107347"/>
                    <a:pt x="119348" y="103918"/>
                  </a:cubicBezTo>
                  <a:lnTo>
                    <a:pt x="216979" y="14954"/>
                  </a:lnTo>
                  <a:cubicBezTo>
                    <a:pt x="215169" y="10382"/>
                    <a:pt x="210788" y="7144"/>
                    <a:pt x="205549" y="7144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8" name="任意多边形: 形状 127"/>
            <p:cNvSpPr/>
            <p:nvPr>
              <p:custDataLst>
                <p:tags r:id="rId125"/>
              </p:custDataLst>
            </p:nvPr>
          </p:nvSpPr>
          <p:spPr>
            <a:xfrm>
              <a:off x="7759446" y="3006090"/>
              <a:ext cx="219075" cy="95250"/>
            </a:xfrm>
            <a:custGeom>
              <a:avLst/>
              <a:gdLst>
                <a:gd name="connsiteX0" fmla="*/ 205549 w 219075"/>
                <a:gd name="connsiteY0" fmla="*/ 7144 h 95250"/>
                <a:gd name="connsiteX1" fmla="*/ 18479 w 219075"/>
                <a:gd name="connsiteY1" fmla="*/ 7144 h 95250"/>
                <a:gd name="connsiteX2" fmla="*/ 7144 w 219075"/>
                <a:gd name="connsiteY2" fmla="*/ 14954 h 95250"/>
                <a:gd name="connsiteX3" fmla="*/ 104775 w 219075"/>
                <a:gd name="connsiteY3" fmla="*/ 90964 h 95250"/>
                <a:gd name="connsiteX4" fmla="*/ 119348 w 219075"/>
                <a:gd name="connsiteY4" fmla="*/ 90964 h 95250"/>
                <a:gd name="connsiteX5" fmla="*/ 216979 w 219075"/>
                <a:gd name="connsiteY5" fmla="*/ 14954 h 95250"/>
                <a:gd name="connsiteX6" fmla="*/ 205549 w 219075"/>
                <a:gd name="connsiteY6" fmla="*/ 714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075" h="95250">
                  <a:moveTo>
                    <a:pt x="205549" y="7144"/>
                  </a:moveTo>
                  <a:lnTo>
                    <a:pt x="18479" y="7144"/>
                  </a:lnTo>
                  <a:cubicBezTo>
                    <a:pt x="13335" y="7144"/>
                    <a:pt x="8858" y="10382"/>
                    <a:pt x="7144" y="14954"/>
                  </a:cubicBezTo>
                  <a:lnTo>
                    <a:pt x="104775" y="90964"/>
                  </a:lnTo>
                  <a:cubicBezTo>
                    <a:pt x="109156" y="94393"/>
                    <a:pt x="114967" y="94393"/>
                    <a:pt x="119348" y="90964"/>
                  </a:cubicBezTo>
                  <a:lnTo>
                    <a:pt x="216979" y="14954"/>
                  </a:lnTo>
                  <a:cubicBezTo>
                    <a:pt x="215169" y="10382"/>
                    <a:pt x="210788" y="7144"/>
                    <a:pt x="205549" y="714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9" name="任意多边形: 形状 128"/>
            <p:cNvSpPr/>
            <p:nvPr>
              <p:custDataLst>
                <p:tags r:id="rId126"/>
              </p:custDataLst>
            </p:nvPr>
          </p:nvSpPr>
          <p:spPr>
            <a:xfrm>
              <a:off x="8212645" y="4620006"/>
              <a:ext cx="323850" cy="257175"/>
            </a:xfrm>
            <a:custGeom>
              <a:avLst/>
              <a:gdLst>
                <a:gd name="connsiteX0" fmla="*/ 219552 w 323850"/>
                <a:gd name="connsiteY0" fmla="*/ 11335 h 257175"/>
                <a:gd name="connsiteX1" fmla="*/ 199359 w 323850"/>
                <a:gd name="connsiteY1" fmla="*/ 32671 h 257175"/>
                <a:gd name="connsiteX2" fmla="*/ 30861 w 323850"/>
                <a:gd name="connsiteY2" fmla="*/ 33147 h 257175"/>
                <a:gd name="connsiteX3" fmla="*/ 7144 w 323850"/>
                <a:gd name="connsiteY3" fmla="*/ 56959 h 257175"/>
                <a:gd name="connsiteX4" fmla="*/ 7620 w 323850"/>
                <a:gd name="connsiteY4" fmla="*/ 231362 h 257175"/>
                <a:gd name="connsiteX5" fmla="*/ 31433 w 323850"/>
                <a:gd name="connsiteY5" fmla="*/ 255079 h 257175"/>
                <a:gd name="connsiteX6" fmla="*/ 296228 w 323850"/>
                <a:gd name="connsiteY6" fmla="*/ 254413 h 257175"/>
                <a:gd name="connsiteX7" fmla="*/ 319945 w 323850"/>
                <a:gd name="connsiteY7" fmla="*/ 230600 h 257175"/>
                <a:gd name="connsiteX8" fmla="*/ 319469 w 323850"/>
                <a:gd name="connsiteY8" fmla="*/ 52292 h 257175"/>
                <a:gd name="connsiteX9" fmla="*/ 319374 w 323850"/>
                <a:gd name="connsiteY9" fmla="*/ 32480 h 257175"/>
                <a:gd name="connsiteX10" fmla="*/ 319374 w 323850"/>
                <a:gd name="connsiteY10" fmla="*/ 20193 h 257175"/>
                <a:gd name="connsiteX11" fmla="*/ 306324 w 323850"/>
                <a:gd name="connsiteY11" fmla="*/ 7144 h 257175"/>
                <a:gd name="connsiteX12" fmla="*/ 229077 w 323850"/>
                <a:gd name="connsiteY12" fmla="*/ 7334 h 257175"/>
                <a:gd name="connsiteX13" fmla="*/ 219552 w 323850"/>
                <a:gd name="connsiteY13" fmla="*/ 11335 h 25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23850" h="257175">
                  <a:moveTo>
                    <a:pt x="219552" y="11335"/>
                  </a:moveTo>
                  <a:lnTo>
                    <a:pt x="199359" y="32671"/>
                  </a:lnTo>
                  <a:lnTo>
                    <a:pt x="30861" y="33147"/>
                  </a:lnTo>
                  <a:cubicBezTo>
                    <a:pt x="17717" y="33147"/>
                    <a:pt x="7144" y="43815"/>
                    <a:pt x="7144" y="56959"/>
                  </a:cubicBezTo>
                  <a:lnTo>
                    <a:pt x="7620" y="231362"/>
                  </a:lnTo>
                  <a:cubicBezTo>
                    <a:pt x="7620" y="244507"/>
                    <a:pt x="18288" y="255079"/>
                    <a:pt x="31433" y="255079"/>
                  </a:cubicBezTo>
                  <a:lnTo>
                    <a:pt x="296228" y="254413"/>
                  </a:lnTo>
                  <a:cubicBezTo>
                    <a:pt x="309372" y="254413"/>
                    <a:pt x="319945" y="243745"/>
                    <a:pt x="319945" y="230600"/>
                  </a:cubicBezTo>
                  <a:lnTo>
                    <a:pt x="319469" y="52292"/>
                  </a:lnTo>
                  <a:lnTo>
                    <a:pt x="319374" y="32480"/>
                  </a:lnTo>
                  <a:lnTo>
                    <a:pt x="319374" y="20193"/>
                  </a:lnTo>
                  <a:cubicBezTo>
                    <a:pt x="319374" y="12954"/>
                    <a:pt x="313468" y="7144"/>
                    <a:pt x="306324" y="7144"/>
                  </a:cubicBezTo>
                  <a:lnTo>
                    <a:pt x="229077" y="7334"/>
                  </a:lnTo>
                  <a:cubicBezTo>
                    <a:pt x="225362" y="7334"/>
                    <a:pt x="222028" y="8763"/>
                    <a:pt x="219552" y="11335"/>
                  </a:cubicBezTo>
                  <a:close/>
                </a:path>
              </a:pathLst>
            </a:custGeom>
            <a:solidFill>
              <a:srgbClr val="FFC98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0" name="任意多边形: 形状 129"/>
            <p:cNvSpPr/>
            <p:nvPr>
              <p:custDataLst>
                <p:tags r:id="rId127"/>
              </p:custDataLst>
            </p:nvPr>
          </p:nvSpPr>
          <p:spPr>
            <a:xfrm>
              <a:off x="5483733" y="2237994"/>
              <a:ext cx="333375" cy="190500"/>
            </a:xfrm>
            <a:custGeom>
              <a:avLst/>
              <a:gdLst>
                <a:gd name="connsiteX0" fmla="*/ 291274 w 333375"/>
                <a:gd name="connsiteY0" fmla="*/ 189167 h 190500"/>
                <a:gd name="connsiteX1" fmla="*/ 45815 w 333375"/>
                <a:gd name="connsiteY1" fmla="*/ 189167 h 190500"/>
                <a:gd name="connsiteX2" fmla="*/ 7144 w 333375"/>
                <a:gd name="connsiteY2" fmla="*/ 150495 h 190500"/>
                <a:gd name="connsiteX3" fmla="*/ 7144 w 333375"/>
                <a:gd name="connsiteY3" fmla="*/ 45815 h 190500"/>
                <a:gd name="connsiteX4" fmla="*/ 45815 w 333375"/>
                <a:gd name="connsiteY4" fmla="*/ 7144 h 190500"/>
                <a:gd name="connsiteX5" fmla="*/ 291274 w 333375"/>
                <a:gd name="connsiteY5" fmla="*/ 7144 h 190500"/>
                <a:gd name="connsiteX6" fmla="*/ 329946 w 333375"/>
                <a:gd name="connsiteY6" fmla="*/ 45815 h 190500"/>
                <a:gd name="connsiteX7" fmla="*/ 329946 w 333375"/>
                <a:gd name="connsiteY7" fmla="*/ 150495 h 190500"/>
                <a:gd name="connsiteX8" fmla="*/ 291274 w 333375"/>
                <a:gd name="connsiteY8" fmla="*/ 189167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375" h="190500">
                  <a:moveTo>
                    <a:pt x="291274" y="189167"/>
                  </a:moveTo>
                  <a:lnTo>
                    <a:pt x="45815" y="189167"/>
                  </a:lnTo>
                  <a:cubicBezTo>
                    <a:pt x="24479" y="189167"/>
                    <a:pt x="7144" y="171831"/>
                    <a:pt x="7144" y="150495"/>
                  </a:cubicBezTo>
                  <a:lnTo>
                    <a:pt x="7144" y="45815"/>
                  </a:lnTo>
                  <a:cubicBezTo>
                    <a:pt x="7144" y="24479"/>
                    <a:pt x="24479" y="7144"/>
                    <a:pt x="45815" y="7144"/>
                  </a:cubicBezTo>
                  <a:lnTo>
                    <a:pt x="291274" y="7144"/>
                  </a:lnTo>
                  <a:cubicBezTo>
                    <a:pt x="312611" y="7144"/>
                    <a:pt x="329946" y="24479"/>
                    <a:pt x="329946" y="45815"/>
                  </a:cubicBezTo>
                  <a:lnTo>
                    <a:pt x="329946" y="150495"/>
                  </a:lnTo>
                  <a:cubicBezTo>
                    <a:pt x="329946" y="171831"/>
                    <a:pt x="312611" y="189167"/>
                    <a:pt x="291274" y="189167"/>
                  </a:cubicBezTo>
                  <a:close/>
                </a:path>
              </a:pathLst>
            </a:custGeom>
            <a:solidFill>
              <a:srgbClr val="3D51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1" name="任意多边形: 形状 130"/>
            <p:cNvSpPr/>
            <p:nvPr>
              <p:custDataLst>
                <p:tags r:id="rId128"/>
              </p:custDataLst>
            </p:nvPr>
          </p:nvSpPr>
          <p:spPr>
            <a:xfrm>
              <a:off x="5512784" y="2277332"/>
              <a:ext cx="38100" cy="28575"/>
            </a:xfrm>
            <a:custGeom>
              <a:avLst/>
              <a:gdLst>
                <a:gd name="connsiteX0" fmla="*/ 22955 w 38100"/>
                <a:gd name="connsiteY0" fmla="*/ 27146 h 28575"/>
                <a:gd name="connsiteX1" fmla="*/ 16288 w 38100"/>
                <a:gd name="connsiteY1" fmla="*/ 27146 h 28575"/>
                <a:gd name="connsiteX2" fmla="*/ 7144 w 38100"/>
                <a:gd name="connsiteY2" fmla="*/ 18002 h 28575"/>
                <a:gd name="connsiteX3" fmla="*/ 7144 w 38100"/>
                <a:gd name="connsiteY3" fmla="*/ 16288 h 28575"/>
                <a:gd name="connsiteX4" fmla="*/ 16288 w 38100"/>
                <a:gd name="connsiteY4" fmla="*/ 7144 h 28575"/>
                <a:gd name="connsiteX5" fmla="*/ 22955 w 38100"/>
                <a:gd name="connsiteY5" fmla="*/ 7144 h 28575"/>
                <a:gd name="connsiteX6" fmla="*/ 32099 w 38100"/>
                <a:gd name="connsiteY6" fmla="*/ 16288 h 28575"/>
                <a:gd name="connsiteX7" fmla="*/ 32099 w 38100"/>
                <a:gd name="connsiteY7" fmla="*/ 18002 h 28575"/>
                <a:gd name="connsiteX8" fmla="*/ 22955 w 3810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28575">
                  <a:moveTo>
                    <a:pt x="22955" y="27146"/>
                  </a:moveTo>
                  <a:lnTo>
                    <a:pt x="16288" y="27146"/>
                  </a:lnTo>
                  <a:cubicBezTo>
                    <a:pt x="11240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40" y="7144"/>
                    <a:pt x="16288" y="7144"/>
                  </a:cubicBezTo>
                  <a:lnTo>
                    <a:pt x="22955" y="7144"/>
                  </a:lnTo>
                  <a:cubicBezTo>
                    <a:pt x="28004" y="7144"/>
                    <a:pt x="32099" y="11240"/>
                    <a:pt x="32099" y="16288"/>
                  </a:cubicBezTo>
                  <a:lnTo>
                    <a:pt x="32099" y="18002"/>
                  </a:lnTo>
                  <a:cubicBezTo>
                    <a:pt x="32099" y="23050"/>
                    <a:pt x="28004" y="27146"/>
                    <a:pt x="22955" y="27146"/>
                  </a:cubicBezTo>
                  <a:close/>
                </a:path>
              </a:pathLst>
            </a:custGeom>
            <a:solidFill>
              <a:srgbClr val="FC8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2" name="任意多边形: 形状 131"/>
            <p:cNvSpPr/>
            <p:nvPr>
              <p:custDataLst>
                <p:tags r:id="rId129"/>
              </p:custDataLst>
            </p:nvPr>
          </p:nvSpPr>
          <p:spPr>
            <a:xfrm>
              <a:off x="5612702" y="2277332"/>
              <a:ext cx="38100" cy="28575"/>
            </a:xfrm>
            <a:custGeom>
              <a:avLst/>
              <a:gdLst>
                <a:gd name="connsiteX0" fmla="*/ 22955 w 38100"/>
                <a:gd name="connsiteY0" fmla="*/ 27146 h 28575"/>
                <a:gd name="connsiteX1" fmla="*/ 16288 w 38100"/>
                <a:gd name="connsiteY1" fmla="*/ 27146 h 28575"/>
                <a:gd name="connsiteX2" fmla="*/ 7144 w 38100"/>
                <a:gd name="connsiteY2" fmla="*/ 18002 h 28575"/>
                <a:gd name="connsiteX3" fmla="*/ 7144 w 38100"/>
                <a:gd name="connsiteY3" fmla="*/ 16288 h 28575"/>
                <a:gd name="connsiteX4" fmla="*/ 16288 w 38100"/>
                <a:gd name="connsiteY4" fmla="*/ 7144 h 28575"/>
                <a:gd name="connsiteX5" fmla="*/ 22955 w 38100"/>
                <a:gd name="connsiteY5" fmla="*/ 7144 h 28575"/>
                <a:gd name="connsiteX6" fmla="*/ 32099 w 38100"/>
                <a:gd name="connsiteY6" fmla="*/ 16288 h 28575"/>
                <a:gd name="connsiteX7" fmla="*/ 32099 w 38100"/>
                <a:gd name="connsiteY7" fmla="*/ 18002 h 28575"/>
                <a:gd name="connsiteX8" fmla="*/ 22955 w 3810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28575">
                  <a:moveTo>
                    <a:pt x="22955" y="27146"/>
                  </a:moveTo>
                  <a:lnTo>
                    <a:pt x="16288" y="27146"/>
                  </a:lnTo>
                  <a:cubicBezTo>
                    <a:pt x="11239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39" y="7144"/>
                    <a:pt x="16288" y="7144"/>
                  </a:cubicBezTo>
                  <a:lnTo>
                    <a:pt x="22955" y="7144"/>
                  </a:lnTo>
                  <a:cubicBezTo>
                    <a:pt x="28004" y="7144"/>
                    <a:pt x="32099" y="11240"/>
                    <a:pt x="32099" y="16288"/>
                  </a:cubicBezTo>
                  <a:lnTo>
                    <a:pt x="32099" y="18002"/>
                  </a:lnTo>
                  <a:cubicBezTo>
                    <a:pt x="32099" y="23050"/>
                    <a:pt x="28004" y="27146"/>
                    <a:pt x="22955" y="27146"/>
                  </a:cubicBezTo>
                  <a:close/>
                </a:path>
              </a:pathLst>
            </a:custGeom>
            <a:solidFill>
              <a:srgbClr val="FC8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3" name="任意多边形: 形状 132"/>
            <p:cNvSpPr/>
            <p:nvPr>
              <p:custDataLst>
                <p:tags r:id="rId130"/>
              </p:custDataLst>
            </p:nvPr>
          </p:nvSpPr>
          <p:spPr>
            <a:xfrm>
              <a:off x="5553837" y="2277332"/>
              <a:ext cx="57150" cy="28575"/>
            </a:xfrm>
            <a:custGeom>
              <a:avLst/>
              <a:gdLst>
                <a:gd name="connsiteX0" fmla="*/ 40862 w 57150"/>
                <a:gd name="connsiteY0" fmla="*/ 27146 h 28575"/>
                <a:gd name="connsiteX1" fmla="*/ 16288 w 57150"/>
                <a:gd name="connsiteY1" fmla="*/ 27146 h 28575"/>
                <a:gd name="connsiteX2" fmla="*/ 7144 w 57150"/>
                <a:gd name="connsiteY2" fmla="*/ 18002 h 28575"/>
                <a:gd name="connsiteX3" fmla="*/ 7144 w 57150"/>
                <a:gd name="connsiteY3" fmla="*/ 16288 h 28575"/>
                <a:gd name="connsiteX4" fmla="*/ 16288 w 57150"/>
                <a:gd name="connsiteY4" fmla="*/ 7144 h 28575"/>
                <a:gd name="connsiteX5" fmla="*/ 40862 w 57150"/>
                <a:gd name="connsiteY5" fmla="*/ 7144 h 28575"/>
                <a:gd name="connsiteX6" fmla="*/ 50006 w 57150"/>
                <a:gd name="connsiteY6" fmla="*/ 16288 h 28575"/>
                <a:gd name="connsiteX7" fmla="*/ 50006 w 57150"/>
                <a:gd name="connsiteY7" fmla="*/ 18002 h 28575"/>
                <a:gd name="connsiteX8" fmla="*/ 40862 w 5715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28575">
                  <a:moveTo>
                    <a:pt x="40862" y="27146"/>
                  </a:moveTo>
                  <a:lnTo>
                    <a:pt x="16288" y="27146"/>
                  </a:lnTo>
                  <a:cubicBezTo>
                    <a:pt x="11240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40" y="7144"/>
                    <a:pt x="16288" y="7144"/>
                  </a:cubicBezTo>
                  <a:lnTo>
                    <a:pt x="40862" y="7144"/>
                  </a:lnTo>
                  <a:cubicBezTo>
                    <a:pt x="45911" y="7144"/>
                    <a:pt x="50006" y="11240"/>
                    <a:pt x="50006" y="16288"/>
                  </a:cubicBezTo>
                  <a:lnTo>
                    <a:pt x="50006" y="18002"/>
                  </a:lnTo>
                  <a:cubicBezTo>
                    <a:pt x="50006" y="23050"/>
                    <a:pt x="45911" y="27146"/>
                    <a:pt x="40862" y="27146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4" name="任意多边形: 形状 133"/>
            <p:cNvSpPr/>
            <p:nvPr>
              <p:custDataLst>
                <p:tags r:id="rId131"/>
              </p:custDataLst>
            </p:nvPr>
          </p:nvSpPr>
          <p:spPr>
            <a:xfrm>
              <a:off x="5662041" y="2277332"/>
              <a:ext cx="114300" cy="28575"/>
            </a:xfrm>
            <a:custGeom>
              <a:avLst/>
              <a:gdLst>
                <a:gd name="connsiteX0" fmla="*/ 103346 w 114300"/>
                <a:gd name="connsiteY0" fmla="*/ 27146 h 28575"/>
                <a:gd name="connsiteX1" fmla="*/ 16288 w 114300"/>
                <a:gd name="connsiteY1" fmla="*/ 27146 h 28575"/>
                <a:gd name="connsiteX2" fmla="*/ 7144 w 114300"/>
                <a:gd name="connsiteY2" fmla="*/ 18002 h 28575"/>
                <a:gd name="connsiteX3" fmla="*/ 7144 w 114300"/>
                <a:gd name="connsiteY3" fmla="*/ 16288 h 28575"/>
                <a:gd name="connsiteX4" fmla="*/ 16288 w 114300"/>
                <a:gd name="connsiteY4" fmla="*/ 7144 h 28575"/>
                <a:gd name="connsiteX5" fmla="*/ 103346 w 114300"/>
                <a:gd name="connsiteY5" fmla="*/ 7144 h 28575"/>
                <a:gd name="connsiteX6" fmla="*/ 112490 w 114300"/>
                <a:gd name="connsiteY6" fmla="*/ 16288 h 28575"/>
                <a:gd name="connsiteX7" fmla="*/ 112490 w 114300"/>
                <a:gd name="connsiteY7" fmla="*/ 18002 h 28575"/>
                <a:gd name="connsiteX8" fmla="*/ 103346 w 11430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300" h="28575">
                  <a:moveTo>
                    <a:pt x="103346" y="27146"/>
                  </a:moveTo>
                  <a:lnTo>
                    <a:pt x="16288" y="27146"/>
                  </a:lnTo>
                  <a:cubicBezTo>
                    <a:pt x="11239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39" y="7144"/>
                    <a:pt x="16288" y="7144"/>
                  </a:cubicBezTo>
                  <a:lnTo>
                    <a:pt x="103346" y="7144"/>
                  </a:lnTo>
                  <a:cubicBezTo>
                    <a:pt x="108395" y="7144"/>
                    <a:pt x="112490" y="11240"/>
                    <a:pt x="112490" y="16288"/>
                  </a:cubicBezTo>
                  <a:lnTo>
                    <a:pt x="112490" y="18002"/>
                  </a:lnTo>
                  <a:cubicBezTo>
                    <a:pt x="112490" y="23050"/>
                    <a:pt x="108395" y="27146"/>
                    <a:pt x="103346" y="27146"/>
                  </a:cubicBezTo>
                  <a:close/>
                </a:path>
              </a:pathLst>
            </a:custGeom>
            <a:solidFill>
              <a:srgbClr val="FC8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5" name="任意多边形: 形状 134"/>
            <p:cNvSpPr/>
            <p:nvPr>
              <p:custDataLst>
                <p:tags r:id="rId132"/>
              </p:custDataLst>
            </p:nvPr>
          </p:nvSpPr>
          <p:spPr>
            <a:xfrm>
              <a:off x="5512784" y="2360581"/>
              <a:ext cx="38100" cy="28575"/>
            </a:xfrm>
            <a:custGeom>
              <a:avLst/>
              <a:gdLst>
                <a:gd name="connsiteX0" fmla="*/ 22955 w 38100"/>
                <a:gd name="connsiteY0" fmla="*/ 27146 h 28575"/>
                <a:gd name="connsiteX1" fmla="*/ 16288 w 38100"/>
                <a:gd name="connsiteY1" fmla="*/ 27146 h 28575"/>
                <a:gd name="connsiteX2" fmla="*/ 7144 w 38100"/>
                <a:gd name="connsiteY2" fmla="*/ 18002 h 28575"/>
                <a:gd name="connsiteX3" fmla="*/ 7144 w 38100"/>
                <a:gd name="connsiteY3" fmla="*/ 16288 h 28575"/>
                <a:gd name="connsiteX4" fmla="*/ 16288 w 38100"/>
                <a:gd name="connsiteY4" fmla="*/ 7144 h 28575"/>
                <a:gd name="connsiteX5" fmla="*/ 22955 w 38100"/>
                <a:gd name="connsiteY5" fmla="*/ 7144 h 28575"/>
                <a:gd name="connsiteX6" fmla="*/ 32099 w 38100"/>
                <a:gd name="connsiteY6" fmla="*/ 16288 h 28575"/>
                <a:gd name="connsiteX7" fmla="*/ 32099 w 38100"/>
                <a:gd name="connsiteY7" fmla="*/ 18002 h 28575"/>
                <a:gd name="connsiteX8" fmla="*/ 22955 w 3810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28575">
                  <a:moveTo>
                    <a:pt x="22955" y="27146"/>
                  </a:moveTo>
                  <a:lnTo>
                    <a:pt x="16288" y="27146"/>
                  </a:lnTo>
                  <a:cubicBezTo>
                    <a:pt x="11240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39"/>
                    <a:pt x="11240" y="7144"/>
                    <a:pt x="16288" y="7144"/>
                  </a:cubicBezTo>
                  <a:lnTo>
                    <a:pt x="22955" y="7144"/>
                  </a:lnTo>
                  <a:cubicBezTo>
                    <a:pt x="28004" y="7144"/>
                    <a:pt x="32099" y="11239"/>
                    <a:pt x="32099" y="16288"/>
                  </a:cubicBezTo>
                  <a:lnTo>
                    <a:pt x="32099" y="18002"/>
                  </a:lnTo>
                  <a:cubicBezTo>
                    <a:pt x="32099" y="23050"/>
                    <a:pt x="28004" y="27146"/>
                    <a:pt x="22955" y="27146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6" name="任意多边形: 形状 135"/>
            <p:cNvSpPr/>
            <p:nvPr>
              <p:custDataLst>
                <p:tags r:id="rId133"/>
              </p:custDataLst>
            </p:nvPr>
          </p:nvSpPr>
          <p:spPr>
            <a:xfrm>
              <a:off x="5752529" y="2360581"/>
              <a:ext cx="38100" cy="28575"/>
            </a:xfrm>
            <a:custGeom>
              <a:avLst/>
              <a:gdLst>
                <a:gd name="connsiteX0" fmla="*/ 22955 w 38100"/>
                <a:gd name="connsiteY0" fmla="*/ 27146 h 28575"/>
                <a:gd name="connsiteX1" fmla="*/ 16288 w 38100"/>
                <a:gd name="connsiteY1" fmla="*/ 27146 h 28575"/>
                <a:gd name="connsiteX2" fmla="*/ 7144 w 38100"/>
                <a:gd name="connsiteY2" fmla="*/ 18002 h 28575"/>
                <a:gd name="connsiteX3" fmla="*/ 7144 w 38100"/>
                <a:gd name="connsiteY3" fmla="*/ 16288 h 28575"/>
                <a:gd name="connsiteX4" fmla="*/ 16288 w 38100"/>
                <a:gd name="connsiteY4" fmla="*/ 7144 h 28575"/>
                <a:gd name="connsiteX5" fmla="*/ 22955 w 38100"/>
                <a:gd name="connsiteY5" fmla="*/ 7144 h 28575"/>
                <a:gd name="connsiteX6" fmla="*/ 32099 w 38100"/>
                <a:gd name="connsiteY6" fmla="*/ 16288 h 28575"/>
                <a:gd name="connsiteX7" fmla="*/ 32099 w 38100"/>
                <a:gd name="connsiteY7" fmla="*/ 18002 h 28575"/>
                <a:gd name="connsiteX8" fmla="*/ 22955 w 3810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28575">
                  <a:moveTo>
                    <a:pt x="22955" y="27146"/>
                  </a:moveTo>
                  <a:lnTo>
                    <a:pt x="16288" y="27146"/>
                  </a:lnTo>
                  <a:cubicBezTo>
                    <a:pt x="11239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39"/>
                    <a:pt x="11239" y="7144"/>
                    <a:pt x="16288" y="7144"/>
                  </a:cubicBezTo>
                  <a:lnTo>
                    <a:pt x="22955" y="7144"/>
                  </a:lnTo>
                  <a:cubicBezTo>
                    <a:pt x="28004" y="7144"/>
                    <a:pt x="32099" y="11239"/>
                    <a:pt x="32099" y="16288"/>
                  </a:cubicBezTo>
                  <a:lnTo>
                    <a:pt x="32099" y="18002"/>
                  </a:lnTo>
                  <a:cubicBezTo>
                    <a:pt x="32099" y="23050"/>
                    <a:pt x="28004" y="27146"/>
                    <a:pt x="22955" y="27146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7" name="任意多边形: 形状 136"/>
            <p:cNvSpPr/>
            <p:nvPr>
              <p:custDataLst>
                <p:tags r:id="rId134"/>
              </p:custDataLst>
            </p:nvPr>
          </p:nvSpPr>
          <p:spPr>
            <a:xfrm>
              <a:off x="5553837" y="2360581"/>
              <a:ext cx="57150" cy="28575"/>
            </a:xfrm>
            <a:custGeom>
              <a:avLst/>
              <a:gdLst>
                <a:gd name="connsiteX0" fmla="*/ 40862 w 57150"/>
                <a:gd name="connsiteY0" fmla="*/ 27146 h 28575"/>
                <a:gd name="connsiteX1" fmla="*/ 16288 w 57150"/>
                <a:gd name="connsiteY1" fmla="*/ 27146 h 28575"/>
                <a:gd name="connsiteX2" fmla="*/ 7144 w 57150"/>
                <a:gd name="connsiteY2" fmla="*/ 18002 h 28575"/>
                <a:gd name="connsiteX3" fmla="*/ 7144 w 57150"/>
                <a:gd name="connsiteY3" fmla="*/ 16288 h 28575"/>
                <a:gd name="connsiteX4" fmla="*/ 16288 w 57150"/>
                <a:gd name="connsiteY4" fmla="*/ 7144 h 28575"/>
                <a:gd name="connsiteX5" fmla="*/ 40862 w 57150"/>
                <a:gd name="connsiteY5" fmla="*/ 7144 h 28575"/>
                <a:gd name="connsiteX6" fmla="*/ 50006 w 57150"/>
                <a:gd name="connsiteY6" fmla="*/ 16288 h 28575"/>
                <a:gd name="connsiteX7" fmla="*/ 50006 w 57150"/>
                <a:gd name="connsiteY7" fmla="*/ 18002 h 28575"/>
                <a:gd name="connsiteX8" fmla="*/ 40862 w 5715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28575">
                  <a:moveTo>
                    <a:pt x="40862" y="27146"/>
                  </a:moveTo>
                  <a:lnTo>
                    <a:pt x="16288" y="27146"/>
                  </a:lnTo>
                  <a:cubicBezTo>
                    <a:pt x="11240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39"/>
                    <a:pt x="11240" y="7144"/>
                    <a:pt x="16288" y="7144"/>
                  </a:cubicBezTo>
                  <a:lnTo>
                    <a:pt x="40862" y="7144"/>
                  </a:lnTo>
                  <a:cubicBezTo>
                    <a:pt x="45911" y="7144"/>
                    <a:pt x="50006" y="11239"/>
                    <a:pt x="50006" y="16288"/>
                  </a:cubicBezTo>
                  <a:lnTo>
                    <a:pt x="50006" y="18002"/>
                  </a:lnTo>
                  <a:cubicBezTo>
                    <a:pt x="50006" y="23050"/>
                    <a:pt x="45911" y="27146"/>
                    <a:pt x="40862" y="27146"/>
                  </a:cubicBezTo>
                  <a:close/>
                </a:path>
              </a:pathLst>
            </a:custGeom>
            <a:solidFill>
              <a:srgbClr val="FC8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8" name="任意多边形: 形状 137"/>
            <p:cNvSpPr/>
            <p:nvPr>
              <p:custDataLst>
                <p:tags r:id="rId135"/>
              </p:custDataLst>
            </p:nvPr>
          </p:nvSpPr>
          <p:spPr>
            <a:xfrm>
              <a:off x="5640134" y="2360581"/>
              <a:ext cx="104775" cy="28575"/>
            </a:xfrm>
            <a:custGeom>
              <a:avLst/>
              <a:gdLst>
                <a:gd name="connsiteX0" fmla="*/ 89344 w 104775"/>
                <a:gd name="connsiteY0" fmla="*/ 27146 h 28575"/>
                <a:gd name="connsiteX1" fmla="*/ 16288 w 104775"/>
                <a:gd name="connsiteY1" fmla="*/ 27146 h 28575"/>
                <a:gd name="connsiteX2" fmla="*/ 7144 w 104775"/>
                <a:gd name="connsiteY2" fmla="*/ 18002 h 28575"/>
                <a:gd name="connsiteX3" fmla="*/ 7144 w 104775"/>
                <a:gd name="connsiteY3" fmla="*/ 16288 h 28575"/>
                <a:gd name="connsiteX4" fmla="*/ 16288 w 104775"/>
                <a:gd name="connsiteY4" fmla="*/ 7144 h 28575"/>
                <a:gd name="connsiteX5" fmla="*/ 89344 w 104775"/>
                <a:gd name="connsiteY5" fmla="*/ 7144 h 28575"/>
                <a:gd name="connsiteX6" fmla="*/ 98488 w 104775"/>
                <a:gd name="connsiteY6" fmla="*/ 16288 h 28575"/>
                <a:gd name="connsiteX7" fmla="*/ 98488 w 104775"/>
                <a:gd name="connsiteY7" fmla="*/ 18002 h 28575"/>
                <a:gd name="connsiteX8" fmla="*/ 89344 w 104775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775" h="28575">
                  <a:moveTo>
                    <a:pt x="89344" y="27146"/>
                  </a:moveTo>
                  <a:lnTo>
                    <a:pt x="16288" y="27146"/>
                  </a:lnTo>
                  <a:cubicBezTo>
                    <a:pt x="11239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39"/>
                    <a:pt x="11239" y="7144"/>
                    <a:pt x="16288" y="7144"/>
                  </a:cubicBezTo>
                  <a:lnTo>
                    <a:pt x="89344" y="7144"/>
                  </a:lnTo>
                  <a:cubicBezTo>
                    <a:pt x="94392" y="7144"/>
                    <a:pt x="98488" y="11239"/>
                    <a:pt x="98488" y="16288"/>
                  </a:cubicBezTo>
                  <a:lnTo>
                    <a:pt x="98488" y="18002"/>
                  </a:lnTo>
                  <a:cubicBezTo>
                    <a:pt x="98488" y="23050"/>
                    <a:pt x="94392" y="27146"/>
                    <a:pt x="89344" y="27146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9" name="任意多边形: 形状 138"/>
            <p:cNvSpPr/>
            <p:nvPr>
              <p:custDataLst>
                <p:tags r:id="rId136"/>
              </p:custDataLst>
            </p:nvPr>
          </p:nvSpPr>
          <p:spPr>
            <a:xfrm>
              <a:off x="5512784" y="2318575"/>
              <a:ext cx="38100" cy="28575"/>
            </a:xfrm>
            <a:custGeom>
              <a:avLst/>
              <a:gdLst>
                <a:gd name="connsiteX0" fmla="*/ 22955 w 38100"/>
                <a:gd name="connsiteY0" fmla="*/ 27146 h 28575"/>
                <a:gd name="connsiteX1" fmla="*/ 16288 w 38100"/>
                <a:gd name="connsiteY1" fmla="*/ 27146 h 28575"/>
                <a:gd name="connsiteX2" fmla="*/ 7144 w 38100"/>
                <a:gd name="connsiteY2" fmla="*/ 18002 h 28575"/>
                <a:gd name="connsiteX3" fmla="*/ 7144 w 38100"/>
                <a:gd name="connsiteY3" fmla="*/ 16288 h 28575"/>
                <a:gd name="connsiteX4" fmla="*/ 16288 w 38100"/>
                <a:gd name="connsiteY4" fmla="*/ 7144 h 28575"/>
                <a:gd name="connsiteX5" fmla="*/ 22955 w 38100"/>
                <a:gd name="connsiteY5" fmla="*/ 7144 h 28575"/>
                <a:gd name="connsiteX6" fmla="*/ 32099 w 38100"/>
                <a:gd name="connsiteY6" fmla="*/ 16288 h 28575"/>
                <a:gd name="connsiteX7" fmla="*/ 32099 w 38100"/>
                <a:gd name="connsiteY7" fmla="*/ 18002 h 28575"/>
                <a:gd name="connsiteX8" fmla="*/ 22955 w 3810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28575">
                  <a:moveTo>
                    <a:pt x="22955" y="27146"/>
                  </a:moveTo>
                  <a:lnTo>
                    <a:pt x="16288" y="27146"/>
                  </a:lnTo>
                  <a:cubicBezTo>
                    <a:pt x="11240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40" y="7144"/>
                    <a:pt x="16288" y="7144"/>
                  </a:cubicBezTo>
                  <a:lnTo>
                    <a:pt x="22955" y="7144"/>
                  </a:lnTo>
                  <a:cubicBezTo>
                    <a:pt x="28004" y="7144"/>
                    <a:pt x="32099" y="11240"/>
                    <a:pt x="32099" y="16288"/>
                  </a:cubicBezTo>
                  <a:lnTo>
                    <a:pt x="32099" y="18002"/>
                  </a:lnTo>
                  <a:cubicBezTo>
                    <a:pt x="32099" y="23050"/>
                    <a:pt x="28004" y="27146"/>
                    <a:pt x="22955" y="27146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0" name="任意多边形: 形状 139"/>
            <p:cNvSpPr/>
            <p:nvPr>
              <p:custDataLst>
                <p:tags r:id="rId137"/>
              </p:custDataLst>
            </p:nvPr>
          </p:nvSpPr>
          <p:spPr>
            <a:xfrm>
              <a:off x="5551551" y="2318575"/>
              <a:ext cx="38100" cy="28575"/>
            </a:xfrm>
            <a:custGeom>
              <a:avLst/>
              <a:gdLst>
                <a:gd name="connsiteX0" fmla="*/ 22955 w 38100"/>
                <a:gd name="connsiteY0" fmla="*/ 27146 h 28575"/>
                <a:gd name="connsiteX1" fmla="*/ 16288 w 38100"/>
                <a:gd name="connsiteY1" fmla="*/ 27146 h 28575"/>
                <a:gd name="connsiteX2" fmla="*/ 7144 w 38100"/>
                <a:gd name="connsiteY2" fmla="*/ 18002 h 28575"/>
                <a:gd name="connsiteX3" fmla="*/ 7144 w 38100"/>
                <a:gd name="connsiteY3" fmla="*/ 16288 h 28575"/>
                <a:gd name="connsiteX4" fmla="*/ 16288 w 38100"/>
                <a:gd name="connsiteY4" fmla="*/ 7144 h 28575"/>
                <a:gd name="connsiteX5" fmla="*/ 22955 w 38100"/>
                <a:gd name="connsiteY5" fmla="*/ 7144 h 28575"/>
                <a:gd name="connsiteX6" fmla="*/ 32099 w 38100"/>
                <a:gd name="connsiteY6" fmla="*/ 16288 h 28575"/>
                <a:gd name="connsiteX7" fmla="*/ 32099 w 38100"/>
                <a:gd name="connsiteY7" fmla="*/ 18002 h 28575"/>
                <a:gd name="connsiteX8" fmla="*/ 22955 w 3810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28575">
                  <a:moveTo>
                    <a:pt x="22955" y="27146"/>
                  </a:moveTo>
                  <a:lnTo>
                    <a:pt x="16288" y="27146"/>
                  </a:lnTo>
                  <a:cubicBezTo>
                    <a:pt x="11239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39" y="7144"/>
                    <a:pt x="16288" y="7144"/>
                  </a:cubicBezTo>
                  <a:lnTo>
                    <a:pt x="22955" y="7144"/>
                  </a:lnTo>
                  <a:cubicBezTo>
                    <a:pt x="28004" y="7144"/>
                    <a:pt x="32099" y="11240"/>
                    <a:pt x="32099" y="16288"/>
                  </a:cubicBezTo>
                  <a:lnTo>
                    <a:pt x="32099" y="18002"/>
                  </a:lnTo>
                  <a:cubicBezTo>
                    <a:pt x="32099" y="23050"/>
                    <a:pt x="28004" y="27146"/>
                    <a:pt x="22955" y="27146"/>
                  </a:cubicBezTo>
                  <a:close/>
                </a:path>
              </a:pathLst>
            </a:custGeom>
            <a:solidFill>
              <a:srgbClr val="FC8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1" name="任意多边形: 形状 140"/>
            <p:cNvSpPr/>
            <p:nvPr>
              <p:custDataLst>
                <p:tags r:id="rId138"/>
              </p:custDataLst>
            </p:nvPr>
          </p:nvSpPr>
          <p:spPr>
            <a:xfrm>
              <a:off x="5595366" y="2318575"/>
              <a:ext cx="66675" cy="28575"/>
            </a:xfrm>
            <a:custGeom>
              <a:avLst/>
              <a:gdLst>
                <a:gd name="connsiteX0" fmla="*/ 59436 w 66675"/>
                <a:gd name="connsiteY0" fmla="*/ 27146 h 28575"/>
                <a:gd name="connsiteX1" fmla="*/ 16288 w 66675"/>
                <a:gd name="connsiteY1" fmla="*/ 27146 h 28575"/>
                <a:gd name="connsiteX2" fmla="*/ 7144 w 66675"/>
                <a:gd name="connsiteY2" fmla="*/ 18002 h 28575"/>
                <a:gd name="connsiteX3" fmla="*/ 7144 w 66675"/>
                <a:gd name="connsiteY3" fmla="*/ 16288 h 28575"/>
                <a:gd name="connsiteX4" fmla="*/ 16288 w 66675"/>
                <a:gd name="connsiteY4" fmla="*/ 7144 h 28575"/>
                <a:gd name="connsiteX5" fmla="*/ 59436 w 66675"/>
                <a:gd name="connsiteY5" fmla="*/ 7144 h 28575"/>
                <a:gd name="connsiteX6" fmla="*/ 68580 w 66675"/>
                <a:gd name="connsiteY6" fmla="*/ 16288 h 28575"/>
                <a:gd name="connsiteX7" fmla="*/ 68580 w 66675"/>
                <a:gd name="connsiteY7" fmla="*/ 18002 h 28575"/>
                <a:gd name="connsiteX8" fmla="*/ 59436 w 66675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5" h="28575">
                  <a:moveTo>
                    <a:pt x="59436" y="27146"/>
                  </a:moveTo>
                  <a:lnTo>
                    <a:pt x="16288" y="27146"/>
                  </a:lnTo>
                  <a:cubicBezTo>
                    <a:pt x="11239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39" y="7144"/>
                    <a:pt x="16288" y="7144"/>
                  </a:cubicBezTo>
                  <a:lnTo>
                    <a:pt x="59436" y="7144"/>
                  </a:lnTo>
                  <a:cubicBezTo>
                    <a:pt x="64484" y="7144"/>
                    <a:pt x="68580" y="11240"/>
                    <a:pt x="68580" y="16288"/>
                  </a:cubicBezTo>
                  <a:lnTo>
                    <a:pt x="68580" y="18002"/>
                  </a:lnTo>
                  <a:cubicBezTo>
                    <a:pt x="68580" y="23050"/>
                    <a:pt x="64484" y="27146"/>
                    <a:pt x="59436" y="27146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2" name="任意多边形: 形状 141"/>
            <p:cNvSpPr/>
            <p:nvPr>
              <p:custDataLst>
                <p:tags r:id="rId139"/>
              </p:custDataLst>
            </p:nvPr>
          </p:nvSpPr>
          <p:spPr>
            <a:xfrm>
              <a:off x="5483733" y="2097405"/>
              <a:ext cx="333375" cy="133350"/>
            </a:xfrm>
            <a:custGeom>
              <a:avLst/>
              <a:gdLst>
                <a:gd name="connsiteX0" fmla="*/ 291274 w 333375"/>
                <a:gd name="connsiteY0" fmla="*/ 129350 h 133350"/>
                <a:gd name="connsiteX1" fmla="*/ 45815 w 333375"/>
                <a:gd name="connsiteY1" fmla="*/ 129350 h 133350"/>
                <a:gd name="connsiteX2" fmla="*/ 7144 w 333375"/>
                <a:gd name="connsiteY2" fmla="*/ 90678 h 133350"/>
                <a:gd name="connsiteX3" fmla="*/ 7144 w 333375"/>
                <a:gd name="connsiteY3" fmla="*/ 45815 h 133350"/>
                <a:gd name="connsiteX4" fmla="*/ 45815 w 333375"/>
                <a:gd name="connsiteY4" fmla="*/ 7144 h 133350"/>
                <a:gd name="connsiteX5" fmla="*/ 291274 w 333375"/>
                <a:gd name="connsiteY5" fmla="*/ 7144 h 133350"/>
                <a:gd name="connsiteX6" fmla="*/ 329946 w 333375"/>
                <a:gd name="connsiteY6" fmla="*/ 45815 h 133350"/>
                <a:gd name="connsiteX7" fmla="*/ 329946 w 333375"/>
                <a:gd name="connsiteY7" fmla="*/ 90678 h 133350"/>
                <a:gd name="connsiteX8" fmla="*/ 291274 w 333375"/>
                <a:gd name="connsiteY8" fmla="*/ 129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375" h="133350">
                  <a:moveTo>
                    <a:pt x="291274" y="129350"/>
                  </a:moveTo>
                  <a:lnTo>
                    <a:pt x="45815" y="129350"/>
                  </a:lnTo>
                  <a:cubicBezTo>
                    <a:pt x="24479" y="129350"/>
                    <a:pt x="7144" y="112014"/>
                    <a:pt x="7144" y="90678"/>
                  </a:cubicBezTo>
                  <a:lnTo>
                    <a:pt x="7144" y="45815"/>
                  </a:lnTo>
                  <a:cubicBezTo>
                    <a:pt x="7144" y="24479"/>
                    <a:pt x="24479" y="7144"/>
                    <a:pt x="45815" y="7144"/>
                  </a:cubicBezTo>
                  <a:lnTo>
                    <a:pt x="291274" y="7144"/>
                  </a:lnTo>
                  <a:cubicBezTo>
                    <a:pt x="312611" y="7144"/>
                    <a:pt x="329946" y="24479"/>
                    <a:pt x="329946" y="45815"/>
                  </a:cubicBezTo>
                  <a:lnTo>
                    <a:pt x="329946" y="90678"/>
                  </a:lnTo>
                  <a:cubicBezTo>
                    <a:pt x="329946" y="112014"/>
                    <a:pt x="312611" y="129350"/>
                    <a:pt x="291274" y="129350"/>
                  </a:cubicBezTo>
                  <a:close/>
                </a:path>
              </a:pathLst>
            </a:custGeom>
            <a:solidFill>
              <a:srgbClr val="3D51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3" name="任意多边形: 形状 142"/>
            <p:cNvSpPr/>
            <p:nvPr>
              <p:custDataLst>
                <p:tags r:id="rId140"/>
              </p:custDataLst>
            </p:nvPr>
          </p:nvSpPr>
          <p:spPr>
            <a:xfrm>
              <a:off x="5512784" y="2169509"/>
              <a:ext cx="38100" cy="28575"/>
            </a:xfrm>
            <a:custGeom>
              <a:avLst/>
              <a:gdLst>
                <a:gd name="connsiteX0" fmla="*/ 22955 w 38100"/>
                <a:gd name="connsiteY0" fmla="*/ 27146 h 28575"/>
                <a:gd name="connsiteX1" fmla="*/ 16288 w 38100"/>
                <a:gd name="connsiteY1" fmla="*/ 27146 h 28575"/>
                <a:gd name="connsiteX2" fmla="*/ 7144 w 38100"/>
                <a:gd name="connsiteY2" fmla="*/ 18002 h 28575"/>
                <a:gd name="connsiteX3" fmla="*/ 7144 w 38100"/>
                <a:gd name="connsiteY3" fmla="*/ 16288 h 28575"/>
                <a:gd name="connsiteX4" fmla="*/ 16288 w 38100"/>
                <a:gd name="connsiteY4" fmla="*/ 7144 h 28575"/>
                <a:gd name="connsiteX5" fmla="*/ 22955 w 38100"/>
                <a:gd name="connsiteY5" fmla="*/ 7144 h 28575"/>
                <a:gd name="connsiteX6" fmla="*/ 32099 w 38100"/>
                <a:gd name="connsiteY6" fmla="*/ 16288 h 28575"/>
                <a:gd name="connsiteX7" fmla="*/ 32099 w 38100"/>
                <a:gd name="connsiteY7" fmla="*/ 18002 h 28575"/>
                <a:gd name="connsiteX8" fmla="*/ 22955 w 3810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28575">
                  <a:moveTo>
                    <a:pt x="22955" y="27146"/>
                  </a:moveTo>
                  <a:lnTo>
                    <a:pt x="16288" y="27146"/>
                  </a:lnTo>
                  <a:cubicBezTo>
                    <a:pt x="11240" y="27146"/>
                    <a:pt x="7144" y="23051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40" y="7144"/>
                    <a:pt x="16288" y="7144"/>
                  </a:cubicBezTo>
                  <a:lnTo>
                    <a:pt x="22955" y="7144"/>
                  </a:lnTo>
                  <a:cubicBezTo>
                    <a:pt x="28004" y="7144"/>
                    <a:pt x="32099" y="11240"/>
                    <a:pt x="32099" y="16288"/>
                  </a:cubicBezTo>
                  <a:lnTo>
                    <a:pt x="32099" y="18002"/>
                  </a:lnTo>
                  <a:cubicBezTo>
                    <a:pt x="32099" y="23051"/>
                    <a:pt x="28004" y="27146"/>
                    <a:pt x="22955" y="27146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4" name="任意多边形: 形状 143"/>
            <p:cNvSpPr/>
            <p:nvPr>
              <p:custDataLst>
                <p:tags r:id="rId141"/>
              </p:custDataLst>
            </p:nvPr>
          </p:nvSpPr>
          <p:spPr>
            <a:xfrm>
              <a:off x="5752529" y="2169509"/>
              <a:ext cx="38100" cy="28575"/>
            </a:xfrm>
            <a:custGeom>
              <a:avLst/>
              <a:gdLst>
                <a:gd name="connsiteX0" fmla="*/ 22955 w 38100"/>
                <a:gd name="connsiteY0" fmla="*/ 27146 h 28575"/>
                <a:gd name="connsiteX1" fmla="*/ 16288 w 38100"/>
                <a:gd name="connsiteY1" fmla="*/ 27146 h 28575"/>
                <a:gd name="connsiteX2" fmla="*/ 7144 w 38100"/>
                <a:gd name="connsiteY2" fmla="*/ 18002 h 28575"/>
                <a:gd name="connsiteX3" fmla="*/ 7144 w 38100"/>
                <a:gd name="connsiteY3" fmla="*/ 16288 h 28575"/>
                <a:gd name="connsiteX4" fmla="*/ 16288 w 38100"/>
                <a:gd name="connsiteY4" fmla="*/ 7144 h 28575"/>
                <a:gd name="connsiteX5" fmla="*/ 22955 w 38100"/>
                <a:gd name="connsiteY5" fmla="*/ 7144 h 28575"/>
                <a:gd name="connsiteX6" fmla="*/ 32099 w 38100"/>
                <a:gd name="connsiteY6" fmla="*/ 16288 h 28575"/>
                <a:gd name="connsiteX7" fmla="*/ 32099 w 38100"/>
                <a:gd name="connsiteY7" fmla="*/ 18002 h 28575"/>
                <a:gd name="connsiteX8" fmla="*/ 22955 w 3810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28575">
                  <a:moveTo>
                    <a:pt x="22955" y="27146"/>
                  </a:moveTo>
                  <a:lnTo>
                    <a:pt x="16288" y="27146"/>
                  </a:lnTo>
                  <a:cubicBezTo>
                    <a:pt x="11239" y="27146"/>
                    <a:pt x="7144" y="23051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39" y="7144"/>
                    <a:pt x="16288" y="7144"/>
                  </a:cubicBezTo>
                  <a:lnTo>
                    <a:pt x="22955" y="7144"/>
                  </a:lnTo>
                  <a:cubicBezTo>
                    <a:pt x="28004" y="7144"/>
                    <a:pt x="32099" y="11240"/>
                    <a:pt x="32099" y="16288"/>
                  </a:cubicBezTo>
                  <a:lnTo>
                    <a:pt x="32099" y="18002"/>
                  </a:lnTo>
                  <a:cubicBezTo>
                    <a:pt x="32099" y="23051"/>
                    <a:pt x="28004" y="27146"/>
                    <a:pt x="22955" y="27146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5" name="任意多边形: 形状 144"/>
            <p:cNvSpPr/>
            <p:nvPr>
              <p:custDataLst>
                <p:tags r:id="rId142"/>
              </p:custDataLst>
            </p:nvPr>
          </p:nvSpPr>
          <p:spPr>
            <a:xfrm>
              <a:off x="5553837" y="2169509"/>
              <a:ext cx="57150" cy="28575"/>
            </a:xfrm>
            <a:custGeom>
              <a:avLst/>
              <a:gdLst>
                <a:gd name="connsiteX0" fmla="*/ 40862 w 57150"/>
                <a:gd name="connsiteY0" fmla="*/ 27146 h 28575"/>
                <a:gd name="connsiteX1" fmla="*/ 16288 w 57150"/>
                <a:gd name="connsiteY1" fmla="*/ 27146 h 28575"/>
                <a:gd name="connsiteX2" fmla="*/ 7144 w 57150"/>
                <a:gd name="connsiteY2" fmla="*/ 18002 h 28575"/>
                <a:gd name="connsiteX3" fmla="*/ 7144 w 57150"/>
                <a:gd name="connsiteY3" fmla="*/ 16288 h 28575"/>
                <a:gd name="connsiteX4" fmla="*/ 16288 w 57150"/>
                <a:gd name="connsiteY4" fmla="*/ 7144 h 28575"/>
                <a:gd name="connsiteX5" fmla="*/ 40862 w 57150"/>
                <a:gd name="connsiteY5" fmla="*/ 7144 h 28575"/>
                <a:gd name="connsiteX6" fmla="*/ 50006 w 57150"/>
                <a:gd name="connsiteY6" fmla="*/ 16288 h 28575"/>
                <a:gd name="connsiteX7" fmla="*/ 50006 w 57150"/>
                <a:gd name="connsiteY7" fmla="*/ 18002 h 28575"/>
                <a:gd name="connsiteX8" fmla="*/ 40862 w 5715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28575">
                  <a:moveTo>
                    <a:pt x="40862" y="27146"/>
                  </a:moveTo>
                  <a:lnTo>
                    <a:pt x="16288" y="27146"/>
                  </a:lnTo>
                  <a:cubicBezTo>
                    <a:pt x="11240" y="27146"/>
                    <a:pt x="7144" y="23051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40" y="7144"/>
                    <a:pt x="16288" y="7144"/>
                  </a:cubicBezTo>
                  <a:lnTo>
                    <a:pt x="40862" y="7144"/>
                  </a:lnTo>
                  <a:cubicBezTo>
                    <a:pt x="45911" y="7144"/>
                    <a:pt x="50006" y="11240"/>
                    <a:pt x="50006" y="16288"/>
                  </a:cubicBezTo>
                  <a:lnTo>
                    <a:pt x="50006" y="18002"/>
                  </a:lnTo>
                  <a:cubicBezTo>
                    <a:pt x="50006" y="23051"/>
                    <a:pt x="45911" y="27146"/>
                    <a:pt x="40862" y="27146"/>
                  </a:cubicBezTo>
                  <a:close/>
                </a:path>
              </a:pathLst>
            </a:custGeom>
            <a:solidFill>
              <a:srgbClr val="FC8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6" name="任意多边形: 形状 145"/>
            <p:cNvSpPr/>
            <p:nvPr>
              <p:custDataLst>
                <p:tags r:id="rId143"/>
              </p:custDataLst>
            </p:nvPr>
          </p:nvSpPr>
          <p:spPr>
            <a:xfrm>
              <a:off x="5640134" y="2169509"/>
              <a:ext cx="104775" cy="28575"/>
            </a:xfrm>
            <a:custGeom>
              <a:avLst/>
              <a:gdLst>
                <a:gd name="connsiteX0" fmla="*/ 89344 w 104775"/>
                <a:gd name="connsiteY0" fmla="*/ 27146 h 28575"/>
                <a:gd name="connsiteX1" fmla="*/ 16288 w 104775"/>
                <a:gd name="connsiteY1" fmla="*/ 27146 h 28575"/>
                <a:gd name="connsiteX2" fmla="*/ 7144 w 104775"/>
                <a:gd name="connsiteY2" fmla="*/ 18002 h 28575"/>
                <a:gd name="connsiteX3" fmla="*/ 7144 w 104775"/>
                <a:gd name="connsiteY3" fmla="*/ 16288 h 28575"/>
                <a:gd name="connsiteX4" fmla="*/ 16288 w 104775"/>
                <a:gd name="connsiteY4" fmla="*/ 7144 h 28575"/>
                <a:gd name="connsiteX5" fmla="*/ 89344 w 104775"/>
                <a:gd name="connsiteY5" fmla="*/ 7144 h 28575"/>
                <a:gd name="connsiteX6" fmla="*/ 98488 w 104775"/>
                <a:gd name="connsiteY6" fmla="*/ 16288 h 28575"/>
                <a:gd name="connsiteX7" fmla="*/ 98488 w 104775"/>
                <a:gd name="connsiteY7" fmla="*/ 18002 h 28575"/>
                <a:gd name="connsiteX8" fmla="*/ 89344 w 104775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775" h="28575">
                  <a:moveTo>
                    <a:pt x="89344" y="27146"/>
                  </a:moveTo>
                  <a:lnTo>
                    <a:pt x="16288" y="27146"/>
                  </a:lnTo>
                  <a:cubicBezTo>
                    <a:pt x="11239" y="27146"/>
                    <a:pt x="7144" y="23051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39" y="7144"/>
                    <a:pt x="16288" y="7144"/>
                  </a:cubicBezTo>
                  <a:lnTo>
                    <a:pt x="89344" y="7144"/>
                  </a:lnTo>
                  <a:cubicBezTo>
                    <a:pt x="94392" y="7144"/>
                    <a:pt x="98488" y="11240"/>
                    <a:pt x="98488" y="16288"/>
                  </a:cubicBezTo>
                  <a:lnTo>
                    <a:pt x="98488" y="18002"/>
                  </a:lnTo>
                  <a:cubicBezTo>
                    <a:pt x="98488" y="23051"/>
                    <a:pt x="94392" y="27146"/>
                    <a:pt x="89344" y="27146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7" name="任意多边形: 形状 146"/>
            <p:cNvSpPr/>
            <p:nvPr>
              <p:custDataLst>
                <p:tags r:id="rId144"/>
              </p:custDataLst>
            </p:nvPr>
          </p:nvSpPr>
          <p:spPr>
            <a:xfrm>
              <a:off x="5512784" y="2127504"/>
              <a:ext cx="38100" cy="28575"/>
            </a:xfrm>
            <a:custGeom>
              <a:avLst/>
              <a:gdLst>
                <a:gd name="connsiteX0" fmla="*/ 22955 w 38100"/>
                <a:gd name="connsiteY0" fmla="*/ 27146 h 28575"/>
                <a:gd name="connsiteX1" fmla="*/ 16288 w 38100"/>
                <a:gd name="connsiteY1" fmla="*/ 27146 h 28575"/>
                <a:gd name="connsiteX2" fmla="*/ 7144 w 38100"/>
                <a:gd name="connsiteY2" fmla="*/ 18002 h 28575"/>
                <a:gd name="connsiteX3" fmla="*/ 7144 w 38100"/>
                <a:gd name="connsiteY3" fmla="*/ 16288 h 28575"/>
                <a:gd name="connsiteX4" fmla="*/ 16288 w 38100"/>
                <a:gd name="connsiteY4" fmla="*/ 7144 h 28575"/>
                <a:gd name="connsiteX5" fmla="*/ 22955 w 38100"/>
                <a:gd name="connsiteY5" fmla="*/ 7144 h 28575"/>
                <a:gd name="connsiteX6" fmla="*/ 32099 w 38100"/>
                <a:gd name="connsiteY6" fmla="*/ 16288 h 28575"/>
                <a:gd name="connsiteX7" fmla="*/ 32099 w 38100"/>
                <a:gd name="connsiteY7" fmla="*/ 18002 h 28575"/>
                <a:gd name="connsiteX8" fmla="*/ 22955 w 3810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28575">
                  <a:moveTo>
                    <a:pt x="22955" y="27146"/>
                  </a:moveTo>
                  <a:lnTo>
                    <a:pt x="16288" y="27146"/>
                  </a:lnTo>
                  <a:cubicBezTo>
                    <a:pt x="11240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40" y="7144"/>
                    <a:pt x="16288" y="7144"/>
                  </a:cubicBezTo>
                  <a:lnTo>
                    <a:pt x="22955" y="7144"/>
                  </a:lnTo>
                  <a:cubicBezTo>
                    <a:pt x="28004" y="7144"/>
                    <a:pt x="32099" y="11240"/>
                    <a:pt x="32099" y="16288"/>
                  </a:cubicBezTo>
                  <a:lnTo>
                    <a:pt x="32099" y="18002"/>
                  </a:lnTo>
                  <a:cubicBezTo>
                    <a:pt x="32099" y="23050"/>
                    <a:pt x="28004" y="27146"/>
                    <a:pt x="22955" y="27146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8" name="任意多边形: 形状 147"/>
            <p:cNvSpPr/>
            <p:nvPr>
              <p:custDataLst>
                <p:tags r:id="rId145"/>
              </p:custDataLst>
            </p:nvPr>
          </p:nvSpPr>
          <p:spPr>
            <a:xfrm>
              <a:off x="5551551" y="2127504"/>
              <a:ext cx="38100" cy="28575"/>
            </a:xfrm>
            <a:custGeom>
              <a:avLst/>
              <a:gdLst>
                <a:gd name="connsiteX0" fmla="*/ 22955 w 38100"/>
                <a:gd name="connsiteY0" fmla="*/ 27146 h 28575"/>
                <a:gd name="connsiteX1" fmla="*/ 16288 w 38100"/>
                <a:gd name="connsiteY1" fmla="*/ 27146 h 28575"/>
                <a:gd name="connsiteX2" fmla="*/ 7144 w 38100"/>
                <a:gd name="connsiteY2" fmla="*/ 18002 h 28575"/>
                <a:gd name="connsiteX3" fmla="*/ 7144 w 38100"/>
                <a:gd name="connsiteY3" fmla="*/ 16288 h 28575"/>
                <a:gd name="connsiteX4" fmla="*/ 16288 w 38100"/>
                <a:gd name="connsiteY4" fmla="*/ 7144 h 28575"/>
                <a:gd name="connsiteX5" fmla="*/ 22955 w 38100"/>
                <a:gd name="connsiteY5" fmla="*/ 7144 h 28575"/>
                <a:gd name="connsiteX6" fmla="*/ 32099 w 38100"/>
                <a:gd name="connsiteY6" fmla="*/ 16288 h 28575"/>
                <a:gd name="connsiteX7" fmla="*/ 32099 w 38100"/>
                <a:gd name="connsiteY7" fmla="*/ 18002 h 28575"/>
                <a:gd name="connsiteX8" fmla="*/ 22955 w 38100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28575">
                  <a:moveTo>
                    <a:pt x="22955" y="27146"/>
                  </a:moveTo>
                  <a:lnTo>
                    <a:pt x="16288" y="27146"/>
                  </a:lnTo>
                  <a:cubicBezTo>
                    <a:pt x="11239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39" y="7144"/>
                    <a:pt x="16288" y="7144"/>
                  </a:cubicBezTo>
                  <a:lnTo>
                    <a:pt x="22955" y="7144"/>
                  </a:lnTo>
                  <a:cubicBezTo>
                    <a:pt x="28004" y="7144"/>
                    <a:pt x="32099" y="11240"/>
                    <a:pt x="32099" y="16288"/>
                  </a:cubicBezTo>
                  <a:lnTo>
                    <a:pt x="32099" y="18002"/>
                  </a:lnTo>
                  <a:cubicBezTo>
                    <a:pt x="32099" y="23050"/>
                    <a:pt x="28004" y="27146"/>
                    <a:pt x="22955" y="27146"/>
                  </a:cubicBezTo>
                  <a:close/>
                </a:path>
              </a:pathLst>
            </a:custGeom>
            <a:solidFill>
              <a:srgbClr val="FC8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9" name="任意多边形: 形状 148"/>
            <p:cNvSpPr/>
            <p:nvPr>
              <p:custDataLst>
                <p:tags r:id="rId146"/>
              </p:custDataLst>
            </p:nvPr>
          </p:nvSpPr>
          <p:spPr>
            <a:xfrm>
              <a:off x="5595366" y="2127504"/>
              <a:ext cx="66675" cy="28575"/>
            </a:xfrm>
            <a:custGeom>
              <a:avLst/>
              <a:gdLst>
                <a:gd name="connsiteX0" fmla="*/ 59436 w 66675"/>
                <a:gd name="connsiteY0" fmla="*/ 27146 h 28575"/>
                <a:gd name="connsiteX1" fmla="*/ 16288 w 66675"/>
                <a:gd name="connsiteY1" fmla="*/ 27146 h 28575"/>
                <a:gd name="connsiteX2" fmla="*/ 7144 w 66675"/>
                <a:gd name="connsiteY2" fmla="*/ 18002 h 28575"/>
                <a:gd name="connsiteX3" fmla="*/ 7144 w 66675"/>
                <a:gd name="connsiteY3" fmla="*/ 16288 h 28575"/>
                <a:gd name="connsiteX4" fmla="*/ 16288 w 66675"/>
                <a:gd name="connsiteY4" fmla="*/ 7144 h 28575"/>
                <a:gd name="connsiteX5" fmla="*/ 59436 w 66675"/>
                <a:gd name="connsiteY5" fmla="*/ 7144 h 28575"/>
                <a:gd name="connsiteX6" fmla="*/ 68580 w 66675"/>
                <a:gd name="connsiteY6" fmla="*/ 16288 h 28575"/>
                <a:gd name="connsiteX7" fmla="*/ 68580 w 66675"/>
                <a:gd name="connsiteY7" fmla="*/ 18002 h 28575"/>
                <a:gd name="connsiteX8" fmla="*/ 59436 w 66675"/>
                <a:gd name="connsiteY8" fmla="*/ 2714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675" h="28575">
                  <a:moveTo>
                    <a:pt x="59436" y="27146"/>
                  </a:moveTo>
                  <a:lnTo>
                    <a:pt x="16288" y="27146"/>
                  </a:lnTo>
                  <a:cubicBezTo>
                    <a:pt x="11239" y="27146"/>
                    <a:pt x="7144" y="23050"/>
                    <a:pt x="7144" y="18002"/>
                  </a:cubicBezTo>
                  <a:lnTo>
                    <a:pt x="7144" y="16288"/>
                  </a:lnTo>
                  <a:cubicBezTo>
                    <a:pt x="7144" y="11240"/>
                    <a:pt x="11239" y="7144"/>
                    <a:pt x="16288" y="7144"/>
                  </a:cubicBezTo>
                  <a:lnTo>
                    <a:pt x="59436" y="7144"/>
                  </a:lnTo>
                  <a:cubicBezTo>
                    <a:pt x="64484" y="7144"/>
                    <a:pt x="68580" y="11240"/>
                    <a:pt x="68580" y="16288"/>
                  </a:cubicBezTo>
                  <a:lnTo>
                    <a:pt x="68580" y="18002"/>
                  </a:lnTo>
                  <a:cubicBezTo>
                    <a:pt x="68580" y="23050"/>
                    <a:pt x="64484" y="27146"/>
                    <a:pt x="59436" y="27146"/>
                  </a:cubicBezTo>
                  <a:close/>
                </a:path>
              </a:pathLst>
            </a:custGeom>
            <a:solidFill>
              <a:srgbClr val="FFC18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5"/>
          <p:cNvSpPr/>
          <p:nvPr userDrawn="1">
            <p:custDataLst>
              <p:tags r:id="rId1"/>
            </p:custDataLst>
          </p:nvPr>
        </p:nvSpPr>
        <p:spPr>
          <a:xfrm>
            <a:off x="247651" y="247650"/>
            <a:ext cx="11695705" cy="63627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3705D13-642F-B7AA-AD94-5CF334F1258E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515845" y="487716"/>
            <a:ext cx="433785" cy="433785"/>
            <a:chOff x="6429946" y="1283981"/>
            <a:chExt cx="809516" cy="809516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3F5811B-2794-AAE4-5483-4B5B2E2A272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6429946" y="1283981"/>
              <a:ext cx="809516" cy="809516"/>
            </a:xfrm>
            <a:prstGeom prst="ellipse">
              <a:avLst/>
            </a:prstGeom>
            <a:solidFill>
              <a:srgbClr val="6EA2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F74279F8-8E89-18BC-BD59-CEDA222065EC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34728" y="1473250"/>
              <a:ext cx="430977" cy="430977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5"/>
          <p:cNvSpPr/>
          <p:nvPr userDrawn="1">
            <p:custDataLst>
              <p:tags r:id="rId1"/>
            </p:custDataLst>
          </p:nvPr>
        </p:nvSpPr>
        <p:spPr>
          <a:xfrm>
            <a:off x="247651" y="247650"/>
            <a:ext cx="11695705" cy="63627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file:///D:\qq&#25991;&#20214;\712321467\Image\C2C\Image2\%7b75232B38-A165-1FB7-499C-2E1C792CACB5%7d.png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1073743875" descr="学科网 zxxk.com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r:link="rId9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4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1.xml"/><Relationship Id="rId1" Type="http://schemas.openxmlformats.org/officeDocument/2006/relationships/tags" Target="../tags/tag200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8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9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情境导入</a:t>
            </a:r>
            <a:endParaRPr lang="zh-CN" altLang="en-US" sz="27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F4C3DD-3772-EDFB-B1E0-8ACAAC2A36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857"/>
          <a:stretch>
            <a:fillRect/>
          </a:stretch>
        </p:blipFill>
        <p:spPr>
          <a:xfrm>
            <a:off x="1339939" y="1016001"/>
            <a:ext cx="9512121" cy="53913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文本框 161"/>
          <p:cNvSpPr txBox="1"/>
          <p:nvPr>
            <p:custDataLst>
              <p:tags r:id="rId1"/>
            </p:custDataLst>
          </p:nvPr>
        </p:nvSpPr>
        <p:spPr>
          <a:xfrm>
            <a:off x="596379" y="2281378"/>
            <a:ext cx="6535942" cy="2295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“学考</a:t>
            </a:r>
            <a:r>
              <a:rPr lang="en-US" altLang="zh-CN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A+</a:t>
            </a:r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自习室”</a:t>
            </a:r>
            <a:endParaRPr lang="en-US" altLang="zh-CN" sz="6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algn="ctr">
              <a:lnSpc>
                <a:spcPct val="125000"/>
              </a:lnSpc>
            </a:pPr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座位预约系统</a:t>
            </a:r>
          </a:p>
        </p:txBody>
      </p:sp>
    </p:spTree>
    <p:extLst>
      <p:ext uri="{BB962C8B-B14F-4D97-AF65-F5344CB8AC3E}">
        <p14:creationId xmlns:p14="http://schemas.microsoft.com/office/powerpoint/2010/main" val="197276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B5E9F-AEC2-4D43-AD04-580AE1FC9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DD9AD571-0CC3-42F9-C4DA-AE9941C4CD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34"/>
          <a:stretch>
            <a:fillRect/>
          </a:stretch>
        </p:blipFill>
        <p:spPr>
          <a:xfrm>
            <a:off x="3643044" y="2055932"/>
            <a:ext cx="4833444" cy="431743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F3D6886-EDE4-92A0-E89B-F297E22C7E8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项目介绍</a:t>
            </a:r>
            <a:endParaRPr lang="zh-CN" altLang="en-US" sz="27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414073-1103-5CB0-3B65-B553F841B209}"/>
              </a:ext>
            </a:extLst>
          </p:cNvPr>
          <p:cNvSpPr txBox="1"/>
          <p:nvPr/>
        </p:nvSpPr>
        <p:spPr>
          <a:xfrm>
            <a:off x="696000" y="958523"/>
            <a:ext cx="10800000" cy="1449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dirty="0"/>
              <a:t>    </a:t>
            </a:r>
            <a:r>
              <a:rPr lang="zh-CN" altLang="zh-CN" dirty="0"/>
              <a:t>为更好地对我校自习室进行管理，现需开发一个座位预约系统，方便学生在线预约自习室座位。“学考</a:t>
            </a:r>
            <a:r>
              <a:rPr lang="en-US" altLang="zh-CN" dirty="0"/>
              <a:t>A+</a:t>
            </a:r>
            <a:r>
              <a:rPr lang="zh-CN" altLang="zh-CN" dirty="0"/>
              <a:t>自习室”座位布局如下，共有</a:t>
            </a:r>
            <a:r>
              <a:rPr lang="en-US" altLang="zh-CN" b="1" dirty="0">
                <a:solidFill>
                  <a:srgbClr val="C00000"/>
                </a:solidFill>
              </a:rPr>
              <a:t>m</a:t>
            </a:r>
            <a:r>
              <a:rPr lang="zh-CN" altLang="en-US" b="1" dirty="0">
                <a:solidFill>
                  <a:srgbClr val="C00000"/>
                </a:solidFill>
              </a:rPr>
              <a:t>行</a:t>
            </a:r>
            <a:r>
              <a:rPr lang="zh-CN" altLang="zh-CN" dirty="0"/>
              <a:t>，每排设有</a:t>
            </a:r>
            <a:r>
              <a:rPr lang="en-US" altLang="zh-CN" b="1" dirty="0">
                <a:solidFill>
                  <a:srgbClr val="C00000"/>
                </a:solidFill>
              </a:rPr>
              <a:t>A</a:t>
            </a:r>
            <a:r>
              <a:rPr lang="zh-CN" altLang="zh-CN" b="1" dirty="0">
                <a:solidFill>
                  <a:srgbClr val="C00000"/>
                </a:solidFill>
              </a:rPr>
              <a:t>、</a:t>
            </a:r>
            <a:r>
              <a:rPr lang="en-US" altLang="zh-CN" b="1" dirty="0">
                <a:solidFill>
                  <a:srgbClr val="C00000"/>
                </a:solidFill>
              </a:rPr>
              <a:t>B</a:t>
            </a:r>
            <a:r>
              <a:rPr lang="zh-CN" altLang="zh-CN" b="1" dirty="0">
                <a:solidFill>
                  <a:srgbClr val="C00000"/>
                </a:solidFill>
              </a:rPr>
              <a:t>、</a:t>
            </a:r>
            <a:r>
              <a:rPr lang="en-US" altLang="zh-CN" b="1" dirty="0">
                <a:solidFill>
                  <a:srgbClr val="C00000"/>
                </a:solidFill>
              </a:rPr>
              <a:t>C</a:t>
            </a:r>
            <a:r>
              <a:rPr lang="zh-CN" altLang="zh-CN" b="1" dirty="0">
                <a:solidFill>
                  <a:srgbClr val="C00000"/>
                </a:solidFill>
              </a:rPr>
              <a:t>、</a:t>
            </a:r>
            <a:r>
              <a:rPr lang="en-US" altLang="zh-CN" b="1" dirty="0">
                <a:solidFill>
                  <a:srgbClr val="C00000"/>
                </a:solidFill>
              </a:rPr>
              <a:t>D</a:t>
            </a:r>
            <a:r>
              <a:rPr lang="zh-CN" altLang="zh-CN" b="1" dirty="0">
                <a:solidFill>
                  <a:srgbClr val="C00000"/>
                </a:solidFill>
              </a:rPr>
              <a:t>、</a:t>
            </a:r>
            <a:r>
              <a:rPr lang="en-US" altLang="zh-CN" b="1" dirty="0">
                <a:solidFill>
                  <a:srgbClr val="C00000"/>
                </a:solidFill>
              </a:rPr>
              <a:t>E</a:t>
            </a:r>
            <a:r>
              <a:rPr lang="zh-CN" altLang="zh-CN" b="1" dirty="0">
                <a:solidFill>
                  <a:srgbClr val="C00000"/>
                </a:solidFill>
              </a:rPr>
              <a:t>、</a:t>
            </a:r>
            <a:r>
              <a:rPr lang="en-US" altLang="zh-CN" b="1" dirty="0">
                <a:solidFill>
                  <a:srgbClr val="C00000"/>
                </a:solidFill>
              </a:rPr>
              <a:t>F</a:t>
            </a:r>
            <a:r>
              <a:rPr lang="zh-CN" altLang="zh-CN" b="1" dirty="0">
                <a:solidFill>
                  <a:srgbClr val="C00000"/>
                </a:solidFill>
              </a:rPr>
              <a:t>六个座位</a:t>
            </a:r>
            <a:r>
              <a:rPr lang="zh-CN" altLang="zh-CN" dirty="0"/>
              <a:t>，座位按</a:t>
            </a:r>
            <a:r>
              <a:rPr lang="zh-CN" altLang="zh-CN" b="1" dirty="0">
                <a:solidFill>
                  <a:srgbClr val="C00000"/>
                </a:solidFill>
              </a:rPr>
              <a:t>“</a:t>
            </a:r>
            <a:r>
              <a:rPr lang="zh-CN" altLang="en-US" b="1" dirty="0">
                <a:solidFill>
                  <a:srgbClr val="C00000"/>
                </a:solidFill>
              </a:rPr>
              <a:t>行</a:t>
            </a:r>
            <a:r>
              <a:rPr lang="en-US" altLang="zh-CN" b="1" dirty="0">
                <a:solidFill>
                  <a:srgbClr val="C00000"/>
                </a:solidFill>
              </a:rPr>
              <a:t>+</a:t>
            </a:r>
            <a:r>
              <a:rPr lang="zh-CN" altLang="zh-CN" b="1" dirty="0">
                <a:solidFill>
                  <a:srgbClr val="C00000"/>
                </a:solidFill>
              </a:rPr>
              <a:t>字母”编号</a:t>
            </a:r>
            <a:r>
              <a:rPr lang="zh-CN" altLang="zh-CN" dirty="0"/>
              <a:t>，如“</a:t>
            </a:r>
            <a:r>
              <a:rPr lang="en-US" altLang="zh-CN" dirty="0"/>
              <a:t>3C</a:t>
            </a:r>
            <a:r>
              <a:rPr lang="zh-CN" altLang="zh-CN" dirty="0"/>
              <a:t>”表示第</a:t>
            </a:r>
            <a:r>
              <a:rPr lang="en-US" altLang="zh-CN" dirty="0"/>
              <a:t>3</a:t>
            </a:r>
            <a:r>
              <a:rPr lang="zh-CN" altLang="en-US" dirty="0"/>
              <a:t>行</a:t>
            </a:r>
            <a:r>
              <a:rPr lang="en-US" altLang="zh-CN" dirty="0"/>
              <a:t>C</a:t>
            </a:r>
            <a:r>
              <a:rPr lang="zh-CN" altLang="zh-CN" dirty="0"/>
              <a:t>座。每</a:t>
            </a:r>
            <a:r>
              <a:rPr lang="zh-CN" altLang="en-US" dirty="0"/>
              <a:t>行</a:t>
            </a:r>
            <a:r>
              <a:rPr lang="zh-CN" altLang="zh-CN" dirty="0"/>
              <a:t>座位</a:t>
            </a:r>
            <a:r>
              <a:rPr lang="en-US" altLang="zh-CN" dirty="0"/>
              <a:t>A</a:t>
            </a:r>
            <a:r>
              <a:rPr lang="zh-CN" altLang="zh-CN" dirty="0"/>
              <a:t>与</a:t>
            </a:r>
            <a:r>
              <a:rPr lang="en-US" altLang="zh-CN" dirty="0"/>
              <a:t>B</a:t>
            </a:r>
            <a:r>
              <a:rPr lang="zh-CN" altLang="zh-CN" dirty="0"/>
              <a:t>、</a:t>
            </a:r>
            <a:r>
              <a:rPr lang="en-US" altLang="zh-CN" dirty="0"/>
              <a:t>C</a:t>
            </a:r>
            <a:r>
              <a:rPr lang="zh-CN" altLang="zh-CN" dirty="0"/>
              <a:t>与</a:t>
            </a:r>
            <a:r>
              <a:rPr lang="en-US" altLang="zh-CN" dirty="0"/>
              <a:t>D</a:t>
            </a:r>
            <a:r>
              <a:rPr lang="zh-CN" altLang="zh-CN" dirty="0"/>
              <a:t>、</a:t>
            </a:r>
            <a:r>
              <a:rPr lang="en-US" altLang="zh-CN" dirty="0"/>
              <a:t>E</a:t>
            </a:r>
            <a:r>
              <a:rPr lang="zh-CN" altLang="zh-CN" dirty="0"/>
              <a:t>与</a:t>
            </a:r>
            <a:r>
              <a:rPr lang="en-US" altLang="zh-CN" dirty="0"/>
              <a:t>F</a:t>
            </a:r>
            <a:r>
              <a:rPr lang="zh-CN" altLang="zh-CN" dirty="0"/>
              <a:t>之间</a:t>
            </a:r>
            <a:r>
              <a:rPr lang="zh-CN" altLang="zh-CN" b="1" dirty="0">
                <a:solidFill>
                  <a:srgbClr val="C00000"/>
                </a:solidFill>
              </a:rPr>
              <a:t>无过道，视为相邻</a:t>
            </a:r>
            <a:r>
              <a:rPr lang="zh-CN" altLang="zh-CN" dirty="0"/>
              <a:t>；座位</a:t>
            </a:r>
            <a:r>
              <a:rPr lang="en-US" altLang="zh-CN" dirty="0"/>
              <a:t>B</a:t>
            </a:r>
            <a:r>
              <a:rPr lang="zh-CN" altLang="zh-CN" dirty="0"/>
              <a:t>与</a:t>
            </a:r>
            <a:r>
              <a:rPr lang="en-US" altLang="zh-CN" dirty="0"/>
              <a:t>C</a:t>
            </a:r>
            <a:r>
              <a:rPr lang="zh-CN" altLang="zh-CN" dirty="0"/>
              <a:t>、</a:t>
            </a:r>
            <a:r>
              <a:rPr lang="en-US" altLang="zh-CN" dirty="0"/>
              <a:t>D</a:t>
            </a:r>
            <a:r>
              <a:rPr lang="zh-CN" altLang="zh-CN" dirty="0"/>
              <a:t>与</a:t>
            </a:r>
            <a:r>
              <a:rPr lang="en-US" altLang="zh-CN" dirty="0"/>
              <a:t>E</a:t>
            </a:r>
            <a:r>
              <a:rPr lang="zh-CN" altLang="zh-CN" dirty="0"/>
              <a:t>之间</a:t>
            </a:r>
            <a:r>
              <a:rPr lang="zh-CN" altLang="zh-CN" b="1" dirty="0">
                <a:solidFill>
                  <a:srgbClr val="C00000"/>
                </a:solidFill>
              </a:rPr>
              <a:t>有过道，视为不相邻</a:t>
            </a:r>
            <a:r>
              <a:rPr lang="zh-CN" altLang="zh-CN" dirty="0"/>
              <a:t>。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8E9500-7EBB-DB70-2111-42DEB6FE1808}"/>
              </a:ext>
            </a:extLst>
          </p:cNvPr>
          <p:cNvSpPr/>
          <p:nvPr/>
        </p:nvSpPr>
        <p:spPr>
          <a:xfrm>
            <a:off x="4260160" y="2696043"/>
            <a:ext cx="3977189" cy="34555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658AECB-9FA9-F551-7D79-D6544381855F}"/>
              </a:ext>
            </a:extLst>
          </p:cNvPr>
          <p:cNvGrpSpPr/>
          <p:nvPr/>
        </p:nvGrpSpPr>
        <p:grpSpPr>
          <a:xfrm>
            <a:off x="4412972" y="4537920"/>
            <a:ext cx="694812" cy="465003"/>
            <a:chOff x="5249881" y="4718977"/>
            <a:chExt cx="694812" cy="465003"/>
          </a:xfrm>
        </p:grpSpPr>
        <p:sp>
          <p:nvSpPr>
            <p:cNvPr id="9" name="右大括号 8">
              <a:extLst>
                <a:ext uri="{FF2B5EF4-FFF2-40B4-BE49-F238E27FC236}">
                  <a16:creationId xmlns:a16="http://schemas.microsoft.com/office/drawing/2014/main" id="{68828E01-3653-9CED-41FF-E206E3789D2A}"/>
                </a:ext>
              </a:extLst>
            </p:cNvPr>
            <p:cNvSpPr/>
            <p:nvPr/>
          </p:nvSpPr>
          <p:spPr>
            <a:xfrm rot="5400000">
              <a:off x="5531134" y="4478946"/>
              <a:ext cx="126964" cy="607025"/>
            </a:xfrm>
            <a:prstGeom prst="rightBrace">
              <a:avLst>
                <a:gd name="adj1" fmla="val 21891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2331EB6-59E1-ABB8-8747-3485F1354CE5}"/>
                </a:ext>
              </a:extLst>
            </p:cNvPr>
            <p:cNvSpPr txBox="1"/>
            <p:nvPr/>
          </p:nvSpPr>
          <p:spPr>
            <a:xfrm>
              <a:off x="5249881" y="4772585"/>
              <a:ext cx="694812" cy="411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b="1" dirty="0">
                  <a:solidFill>
                    <a:srgbClr val="C00000"/>
                  </a:solidFill>
                  <a:sym typeface="微软雅黑" panose="020B0503020204020204" pitchFamily="34" charset="-122"/>
                </a:rPr>
                <a:t>相邻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CAD2BC1-F0BE-0219-1AD6-645EBDC18FDA}"/>
              </a:ext>
            </a:extLst>
          </p:cNvPr>
          <p:cNvGrpSpPr/>
          <p:nvPr/>
        </p:nvGrpSpPr>
        <p:grpSpPr>
          <a:xfrm>
            <a:off x="6522369" y="4537918"/>
            <a:ext cx="900000" cy="473915"/>
            <a:chOff x="5316185" y="4718976"/>
            <a:chExt cx="900000" cy="473915"/>
          </a:xfrm>
        </p:grpSpPr>
        <p:sp>
          <p:nvSpPr>
            <p:cNvPr id="10" name="右大括号 9">
              <a:extLst>
                <a:ext uri="{FF2B5EF4-FFF2-40B4-BE49-F238E27FC236}">
                  <a16:creationId xmlns:a16="http://schemas.microsoft.com/office/drawing/2014/main" id="{5A5EE08A-74B2-A0B9-D4EC-0A1B4EEE09E8}"/>
                </a:ext>
              </a:extLst>
            </p:cNvPr>
            <p:cNvSpPr/>
            <p:nvPr/>
          </p:nvSpPr>
          <p:spPr>
            <a:xfrm rot="5400000">
              <a:off x="5702703" y="4332458"/>
              <a:ext cx="126964" cy="900000"/>
            </a:xfrm>
            <a:prstGeom prst="rightBrace">
              <a:avLst>
                <a:gd name="adj1" fmla="val 21891"/>
                <a:gd name="adj2" fmla="val 50000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0D15F26-1EDD-5211-DF29-CE1C78C4AE31}"/>
                </a:ext>
              </a:extLst>
            </p:cNvPr>
            <p:cNvSpPr txBox="1"/>
            <p:nvPr/>
          </p:nvSpPr>
          <p:spPr>
            <a:xfrm>
              <a:off x="5316185" y="4782458"/>
              <a:ext cx="900000" cy="410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b="1" dirty="0">
                  <a:solidFill>
                    <a:srgbClr val="C00000"/>
                  </a:solidFill>
                  <a:sym typeface="微软雅黑" panose="020B0503020204020204" pitchFamily="34" charset="-122"/>
                </a:rPr>
                <a:t>不相邻</a:t>
              </a: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ADA883AC-E625-F582-D361-845B57FD885B}"/>
              </a:ext>
            </a:extLst>
          </p:cNvPr>
          <p:cNvSpPr/>
          <p:nvPr/>
        </p:nvSpPr>
        <p:spPr>
          <a:xfrm>
            <a:off x="3688764" y="3332392"/>
            <a:ext cx="526619" cy="282072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75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/>
      <p:bldP spid="8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6676F-8499-FF81-EA68-87ED34A49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30C4B4-10F1-EA8D-6EA8-B41F3110F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876" y="1743354"/>
            <a:ext cx="9806540" cy="473974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ADA4FAC-DA72-D598-0ACF-BD2F756543B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项目介绍</a:t>
            </a:r>
            <a:endParaRPr lang="zh-CN" altLang="en-US" sz="27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30D0F0-661C-DF7F-1679-35C986509375}"/>
              </a:ext>
            </a:extLst>
          </p:cNvPr>
          <p:cNvSpPr txBox="1"/>
          <p:nvPr/>
        </p:nvSpPr>
        <p:spPr>
          <a:xfrm>
            <a:off x="713606" y="958523"/>
            <a:ext cx="10800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dirty="0"/>
              <a:t>    自习室实行线上预约制度，学生可对座位进行预约或取消预约操作。若同一座位被多次操作，则其状态按</a:t>
            </a:r>
            <a:r>
              <a:rPr lang="zh-CN" altLang="en-US" b="1" dirty="0">
                <a:solidFill>
                  <a:srgbClr val="C00000"/>
                </a:solidFill>
              </a:rPr>
              <a:t>“预约</a:t>
            </a:r>
            <a:r>
              <a:rPr lang="en-US" altLang="zh-CN" b="1" dirty="0">
                <a:solidFill>
                  <a:srgbClr val="C00000"/>
                </a:solidFill>
              </a:rPr>
              <a:t>-</a:t>
            </a:r>
            <a:r>
              <a:rPr lang="zh-CN" altLang="en-US" b="1" dirty="0">
                <a:solidFill>
                  <a:srgbClr val="C00000"/>
                </a:solidFill>
              </a:rPr>
              <a:t>取消</a:t>
            </a:r>
            <a:r>
              <a:rPr lang="en-US" altLang="zh-CN" b="1" dirty="0">
                <a:solidFill>
                  <a:srgbClr val="C00000"/>
                </a:solidFill>
              </a:rPr>
              <a:t>-</a:t>
            </a:r>
            <a:r>
              <a:rPr lang="zh-CN" altLang="en-US" b="1" dirty="0">
                <a:solidFill>
                  <a:srgbClr val="C00000"/>
                </a:solidFill>
              </a:rPr>
              <a:t>预约</a:t>
            </a:r>
            <a:r>
              <a:rPr lang="en-US" altLang="zh-CN" b="1" dirty="0">
                <a:solidFill>
                  <a:srgbClr val="C00000"/>
                </a:solidFill>
              </a:rPr>
              <a:t>……</a:t>
            </a:r>
            <a:r>
              <a:rPr lang="zh-CN" altLang="zh-CN" b="1" dirty="0">
                <a:solidFill>
                  <a:srgbClr val="C00000"/>
                </a:solidFill>
              </a:rPr>
              <a:t>”</a:t>
            </a:r>
            <a:r>
              <a:rPr lang="zh-CN" altLang="en-US" dirty="0"/>
              <a:t>的顺序交替变化。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58333" y="2566945"/>
            <a:ext cx="2935086" cy="822121"/>
            <a:chOff x="2451525" y="2190324"/>
            <a:chExt cx="2935086" cy="822121"/>
          </a:xfrm>
        </p:grpSpPr>
        <p:sp>
          <p:nvSpPr>
            <p:cNvPr id="2" name="矩形 1"/>
            <p:cNvSpPr/>
            <p:nvPr/>
          </p:nvSpPr>
          <p:spPr>
            <a:xfrm>
              <a:off x="4278385" y="2190324"/>
              <a:ext cx="1108226" cy="82212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330D0F0-661C-DF7F-1679-35C986509375}"/>
                </a:ext>
              </a:extLst>
            </p:cNvPr>
            <p:cNvSpPr txBox="1"/>
            <p:nvPr/>
          </p:nvSpPr>
          <p:spPr>
            <a:xfrm>
              <a:off x="2451525" y="2390506"/>
              <a:ext cx="1826860" cy="410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b="1" dirty="0">
                  <a:solidFill>
                    <a:srgbClr val="C00000"/>
                  </a:solidFill>
                </a:rPr>
                <a:t>未预约座位总数</a:t>
              </a:r>
              <a:endParaRPr lang="zh-CN" altLang="en-US" b="1" dirty="0">
                <a:solidFill>
                  <a:srgbClr val="C00000"/>
                </a:solidFill>
                <a:sym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391480" y="4530904"/>
            <a:ext cx="6093053" cy="959729"/>
            <a:chOff x="1654467" y="4126204"/>
            <a:chExt cx="6093053" cy="95972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330D0F0-661C-DF7F-1679-35C986509375}"/>
                </a:ext>
              </a:extLst>
            </p:cNvPr>
            <p:cNvSpPr txBox="1"/>
            <p:nvPr/>
          </p:nvSpPr>
          <p:spPr>
            <a:xfrm>
              <a:off x="5426045" y="4126204"/>
              <a:ext cx="1167896" cy="410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b="1" dirty="0">
                  <a:solidFill>
                    <a:srgbClr val="C00000"/>
                  </a:solidFill>
                </a:rPr>
                <a:t>推荐连座</a:t>
              </a:r>
              <a:endParaRPr lang="zh-CN" altLang="en-US" b="1" dirty="0">
                <a:solidFill>
                  <a:srgbClr val="C00000"/>
                </a:solidFill>
                <a:sym typeface="微软雅黑" panose="020B0503020204020204" pitchFamily="34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654467" y="4268995"/>
              <a:ext cx="6093053" cy="816938"/>
              <a:chOff x="1637689" y="4645702"/>
              <a:chExt cx="6093053" cy="816938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659849" y="4913344"/>
                <a:ext cx="1070893" cy="549296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1637689" y="4645702"/>
                <a:ext cx="3419060" cy="324000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" name="直接箭头连接符 10"/>
              <p:cNvCxnSpPr>
                <a:cxnSpLocks/>
                <a:stCxn id="10" idx="3"/>
                <a:endCxn id="9" idx="1"/>
              </p:cNvCxnSpPr>
              <p:nvPr/>
            </p:nvCxnSpPr>
            <p:spPr>
              <a:xfrm>
                <a:off x="5056749" y="4807702"/>
                <a:ext cx="1603100" cy="38029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矩形 12"/>
          <p:cNvSpPr/>
          <p:nvPr/>
        </p:nvSpPr>
        <p:spPr>
          <a:xfrm>
            <a:off x="1391479" y="5026843"/>
            <a:ext cx="3419060" cy="324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16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95A0E74-C77F-B9F7-5355-2A39D29A137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pitchFamily="34" charset="-122"/>
              </a:rPr>
              <a:t>情境模拟</a:t>
            </a:r>
            <a:endParaRPr lang="zh-CN" altLang="en-US" sz="27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94281E-C7B8-B39F-AD87-D65B3189B792}"/>
              </a:ext>
            </a:extLst>
          </p:cNvPr>
          <p:cNvSpPr txBox="1"/>
          <p:nvPr/>
        </p:nvSpPr>
        <p:spPr>
          <a:xfrm>
            <a:off x="696000" y="3322670"/>
            <a:ext cx="108000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/>
              <a:t>1.</a:t>
            </a:r>
            <a:r>
              <a:rPr lang="zh-CN" altLang="en-US" sz="2000" dirty="0"/>
              <a:t>若</a:t>
            </a:r>
            <a:r>
              <a:rPr lang="en-US" altLang="zh-CN" sz="2000" b="1" dirty="0">
                <a:solidFill>
                  <a:srgbClr val="C00000"/>
                </a:solidFill>
              </a:rPr>
              <a:t>m=4</a:t>
            </a:r>
            <a:r>
              <a:rPr lang="zh-CN" altLang="en-US" sz="2000" dirty="0"/>
              <a:t>，预约与取消预约的操作为</a:t>
            </a:r>
            <a:r>
              <a:rPr lang="en-US" altLang="zh-CN" sz="2000" b="1" dirty="0">
                <a:solidFill>
                  <a:srgbClr val="C00000"/>
                </a:solidFill>
              </a:rPr>
              <a:t>"1A2B1A2F3C4E2F"</a:t>
            </a:r>
            <a:r>
              <a:rPr lang="zh-CN" altLang="en-US" sz="2000" dirty="0"/>
              <a:t>，则未预约的座位数量为</a:t>
            </a:r>
            <a:r>
              <a:rPr lang="en-US" altLang="zh-CN" sz="2000" dirty="0"/>
              <a:t>____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algn="just">
              <a:lnSpc>
                <a:spcPct val="125000"/>
              </a:lnSpc>
            </a:pPr>
            <a:r>
              <a:rPr lang="en-US" altLang="zh-CN" sz="2000" dirty="0"/>
              <a:t>2.</a:t>
            </a:r>
            <a:r>
              <a:rPr lang="zh-CN" altLang="en-US" sz="2000" dirty="0"/>
              <a:t>推荐的连座为：</a:t>
            </a:r>
            <a:r>
              <a:rPr lang="en-US" altLang="zh-CN" sz="2000" dirty="0"/>
              <a:t>["1A","1B","1C","1D",……,"4A","4B","4C","4D"]</a:t>
            </a:r>
            <a:r>
              <a:rPr lang="zh-CN" altLang="en-US" sz="2000" dirty="0"/>
              <a:t>，连座对数为</a:t>
            </a:r>
            <a:r>
              <a:rPr lang="en-US" altLang="zh-CN" sz="2000" dirty="0"/>
              <a:t>____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algn="just">
              <a:lnSpc>
                <a:spcPct val="125000"/>
              </a:lnSpc>
            </a:pPr>
            <a:r>
              <a:rPr lang="en-US" altLang="zh-CN" sz="2000" dirty="0"/>
              <a:t>  </a:t>
            </a:r>
            <a:r>
              <a:rPr lang="zh-CN" altLang="en-US" sz="2000" dirty="0"/>
              <a:t>推荐的沉浸式专座为：</a:t>
            </a:r>
            <a:r>
              <a:rPr lang="en-US" altLang="zh-CN" sz="2000" dirty="0"/>
              <a:t>["1A","1C","1D",……,"4A","4B","4D"]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dirty="0"/>
              <a:t>3.</a:t>
            </a:r>
            <a:r>
              <a:rPr lang="zh-CN" altLang="en-US" sz="2000" dirty="0"/>
              <a:t>解决这一问题需采用的算法思想是</a:t>
            </a:r>
            <a:r>
              <a:rPr lang="en-US" altLang="zh-CN" sz="2000" dirty="0"/>
              <a:t>____</a:t>
            </a:r>
            <a:r>
              <a:rPr lang="zh-CN" altLang="en-US" sz="2000" dirty="0"/>
              <a:t>（单选，填字母：</a:t>
            </a:r>
            <a:r>
              <a:rPr lang="en-US" altLang="zh-CN" sz="2000" dirty="0"/>
              <a:t>A.</a:t>
            </a:r>
            <a:r>
              <a:rPr lang="zh-CN" altLang="en-US" sz="2000" dirty="0"/>
              <a:t>解析算法</a:t>
            </a:r>
            <a:r>
              <a:rPr lang="en-US" altLang="zh-CN" sz="2000" dirty="0"/>
              <a:t>/B.</a:t>
            </a:r>
            <a:r>
              <a:rPr lang="zh-CN" altLang="en-US" sz="2000" dirty="0"/>
              <a:t>枚举算法）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C10C11A-11B9-0B92-E9F3-31B4BDA4F1C8}"/>
              </a:ext>
            </a:extLst>
          </p:cNvPr>
          <p:cNvGrpSpPr/>
          <p:nvPr/>
        </p:nvGrpSpPr>
        <p:grpSpPr>
          <a:xfrm>
            <a:off x="1180936" y="958523"/>
            <a:ext cx="9830130" cy="2375870"/>
            <a:chOff x="1180936" y="958523"/>
            <a:chExt cx="9830130" cy="237587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EA57688C-5D0C-CED8-AFC7-120ACA4EF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5563" b="1793"/>
            <a:stretch>
              <a:fillRect/>
            </a:stretch>
          </p:blipFill>
          <p:spPr>
            <a:xfrm>
              <a:off x="6177622" y="1888347"/>
              <a:ext cx="4833444" cy="1446046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B631580E-328D-FEEA-5B60-D69F8C8D6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7251" b="40163"/>
            <a:stretch>
              <a:fillRect/>
            </a:stretch>
          </p:blipFill>
          <p:spPr>
            <a:xfrm>
              <a:off x="1180936" y="1447945"/>
              <a:ext cx="4833444" cy="188644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0FCFB3A-2864-B1BC-A0FD-0CCF5F758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859" t="11425" r="9238" b="79964"/>
            <a:stretch>
              <a:fillRect/>
            </a:stretch>
          </p:blipFill>
          <p:spPr>
            <a:xfrm>
              <a:off x="3197380" y="958523"/>
              <a:ext cx="5797240" cy="471526"/>
            </a:xfrm>
            <a:prstGeom prst="rect">
              <a:avLst/>
            </a:prstGeom>
          </p:spPr>
        </p:pic>
      </p:grp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0C49A34-C919-D92B-B5BC-E96275B93E64}"/>
              </a:ext>
            </a:extLst>
          </p:cNvPr>
          <p:cNvSpPr/>
          <p:nvPr/>
        </p:nvSpPr>
        <p:spPr>
          <a:xfrm>
            <a:off x="1796488" y="2008618"/>
            <a:ext cx="489600" cy="489600"/>
          </a:xfrm>
          <a:prstGeom prst="roundRect">
            <a:avLst>
              <a:gd name="adj" fmla="val 13845"/>
            </a:avLst>
          </a:prstGeom>
          <a:solidFill>
            <a:srgbClr val="FFE4E6">
              <a:alpha val="80000"/>
            </a:srgbClr>
          </a:solidFill>
          <a:ln>
            <a:solidFill>
              <a:srgbClr val="FFB2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B35FB9B-62D7-F0EA-F5FA-69284DA3E12E}"/>
              </a:ext>
            </a:extLst>
          </p:cNvPr>
          <p:cNvSpPr/>
          <p:nvPr/>
        </p:nvSpPr>
        <p:spPr>
          <a:xfrm>
            <a:off x="2340033" y="2769877"/>
            <a:ext cx="489600" cy="489600"/>
          </a:xfrm>
          <a:prstGeom prst="roundRect">
            <a:avLst>
              <a:gd name="adj" fmla="val 13845"/>
            </a:avLst>
          </a:prstGeom>
          <a:solidFill>
            <a:srgbClr val="FFE4E6">
              <a:alpha val="80000"/>
            </a:srgbClr>
          </a:solidFill>
          <a:ln>
            <a:solidFill>
              <a:srgbClr val="FFB2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FDB47EE-CD82-B576-0F7D-B91139B8DEB0}"/>
              </a:ext>
            </a:extLst>
          </p:cNvPr>
          <p:cNvSpPr/>
          <p:nvPr/>
        </p:nvSpPr>
        <p:spPr>
          <a:xfrm>
            <a:off x="5304495" y="2770292"/>
            <a:ext cx="489600" cy="489600"/>
          </a:xfrm>
          <a:prstGeom prst="roundRect">
            <a:avLst>
              <a:gd name="adj" fmla="val 13845"/>
            </a:avLst>
          </a:prstGeom>
          <a:solidFill>
            <a:srgbClr val="FFE4E6">
              <a:alpha val="80000"/>
            </a:srgbClr>
          </a:solidFill>
          <a:ln>
            <a:solidFill>
              <a:srgbClr val="FFB2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3093AAA-CE05-8ACE-8739-56A141E58F41}"/>
              </a:ext>
            </a:extLst>
          </p:cNvPr>
          <p:cNvSpPr/>
          <p:nvPr/>
        </p:nvSpPr>
        <p:spPr>
          <a:xfrm>
            <a:off x="8276995" y="2009056"/>
            <a:ext cx="489600" cy="489600"/>
          </a:xfrm>
          <a:prstGeom prst="roundRect">
            <a:avLst>
              <a:gd name="adj" fmla="val 13845"/>
            </a:avLst>
          </a:prstGeom>
          <a:solidFill>
            <a:srgbClr val="FFE4E6">
              <a:alpha val="80000"/>
            </a:srgbClr>
          </a:solidFill>
          <a:ln>
            <a:solidFill>
              <a:srgbClr val="FFB2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75205E2-4809-8AF4-FAE5-50E500CEFDA3}"/>
              </a:ext>
            </a:extLst>
          </p:cNvPr>
          <p:cNvSpPr/>
          <p:nvPr/>
        </p:nvSpPr>
        <p:spPr>
          <a:xfrm>
            <a:off x="9760318" y="2769877"/>
            <a:ext cx="489600" cy="489600"/>
          </a:xfrm>
          <a:prstGeom prst="roundRect">
            <a:avLst>
              <a:gd name="adj" fmla="val 13845"/>
            </a:avLst>
          </a:prstGeom>
          <a:solidFill>
            <a:srgbClr val="FFE4E6">
              <a:alpha val="80000"/>
            </a:srgbClr>
          </a:solidFill>
          <a:ln>
            <a:solidFill>
              <a:srgbClr val="FFB2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BAD6B3-903D-D7DC-291E-6C07D0907A86}"/>
              </a:ext>
            </a:extLst>
          </p:cNvPr>
          <p:cNvSpPr txBox="1"/>
          <p:nvPr/>
        </p:nvSpPr>
        <p:spPr>
          <a:xfrm>
            <a:off x="9850933" y="3335237"/>
            <a:ext cx="494992" cy="4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21</a:t>
            </a:r>
            <a:endParaRPr lang="zh-CN" altLang="en-US" sz="22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4E29FE-0A20-BCDC-ACEF-F5C845C0FAD4}"/>
              </a:ext>
            </a:extLst>
          </p:cNvPr>
          <p:cNvSpPr txBox="1"/>
          <p:nvPr/>
        </p:nvSpPr>
        <p:spPr>
          <a:xfrm>
            <a:off x="10548961" y="3740407"/>
            <a:ext cx="494992" cy="4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9</a:t>
            </a:r>
            <a:endParaRPr lang="zh-CN" altLang="en-US" sz="22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948F84-AE1D-97DF-B5C5-1C682DE0021C}"/>
              </a:ext>
            </a:extLst>
          </p:cNvPr>
          <p:cNvSpPr txBox="1"/>
          <p:nvPr/>
        </p:nvSpPr>
        <p:spPr>
          <a:xfrm>
            <a:off x="4907200" y="4562606"/>
            <a:ext cx="494992" cy="4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B</a:t>
            </a:r>
            <a:endParaRPr lang="zh-CN" altLang="en-US" sz="22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820194-C567-AA46-5E92-E2A1483ADD4B}"/>
              </a:ext>
            </a:extLst>
          </p:cNvPr>
          <p:cNvSpPr txBox="1"/>
          <p:nvPr/>
        </p:nvSpPr>
        <p:spPr>
          <a:xfrm>
            <a:off x="696000" y="5186454"/>
            <a:ext cx="10800000" cy="83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000" dirty="0"/>
              <a:t>  解析算法：根据问题的</a:t>
            </a:r>
            <a:r>
              <a:rPr lang="zh-CN" altLang="en-US" sz="2000" b="1" dirty="0">
                <a:solidFill>
                  <a:srgbClr val="C00000"/>
                </a:solidFill>
              </a:rPr>
              <a:t>前提条件</a:t>
            </a:r>
            <a:r>
              <a:rPr lang="zh-CN" altLang="en-US" sz="2000" dirty="0"/>
              <a:t>与</a:t>
            </a:r>
            <a:r>
              <a:rPr lang="zh-CN" altLang="en-US" sz="2000" b="1" dirty="0">
                <a:solidFill>
                  <a:srgbClr val="C00000"/>
                </a:solidFill>
              </a:rPr>
              <a:t>所求结果</a:t>
            </a:r>
            <a:r>
              <a:rPr lang="zh-CN" altLang="en-US" sz="2000" dirty="0"/>
              <a:t>之间的关系，找出</a:t>
            </a:r>
            <a:r>
              <a:rPr lang="zh-CN" altLang="en-US" sz="2000" b="1" dirty="0">
                <a:solidFill>
                  <a:srgbClr val="C00000"/>
                </a:solidFill>
              </a:rPr>
              <a:t>求解问题的数学表达式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dirty="0"/>
              <a:t>  枚举算法：把问题</a:t>
            </a:r>
            <a:r>
              <a:rPr lang="zh-CN" altLang="en-US" sz="2000" b="1" dirty="0">
                <a:solidFill>
                  <a:srgbClr val="C00000"/>
                </a:solidFill>
              </a:rPr>
              <a:t>有可能的解一一列举</a:t>
            </a:r>
            <a:r>
              <a:rPr lang="zh-CN" altLang="en-US" sz="2000" dirty="0"/>
              <a:t>，</a:t>
            </a:r>
            <a:r>
              <a:rPr lang="zh-CN" altLang="en-US" sz="2000" b="1" dirty="0">
                <a:solidFill>
                  <a:srgbClr val="C00000"/>
                </a:solidFill>
              </a:rPr>
              <a:t>判断</a:t>
            </a:r>
            <a:r>
              <a:rPr lang="zh-CN" altLang="en-US" sz="2000" dirty="0"/>
              <a:t>每一个列举出的可能解</a:t>
            </a:r>
            <a:r>
              <a:rPr lang="zh-CN" altLang="en-US" sz="2000" b="1" dirty="0">
                <a:solidFill>
                  <a:srgbClr val="C00000"/>
                </a:solidFill>
              </a:rPr>
              <a:t>是否为正确的解</a:t>
            </a:r>
          </a:p>
        </p:txBody>
      </p:sp>
    </p:spTree>
    <p:extLst>
      <p:ext uri="{BB962C8B-B14F-4D97-AF65-F5344CB8AC3E}">
        <p14:creationId xmlns:p14="http://schemas.microsoft.com/office/powerpoint/2010/main" val="186683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/>
      <p:bldP spid="7" grpId="0" animBg="1"/>
      <p:bldP spid="7" grpId="1" animBg="1"/>
      <p:bldP spid="9" grpId="0" animBg="1"/>
      <p:bldP spid="10" grpId="0" animBg="1"/>
      <p:bldP spid="10" grpId="1" animBg="1"/>
      <p:bldP spid="11" grpId="0" animBg="1"/>
      <p:bldP spid="12" grpId="0" animBg="1"/>
      <p:bldP spid="14" grpId="0" uiExpand="1" build="allAtOnce"/>
      <p:bldP spid="15" grpId="0" uiExpand="1" build="allAtOnce"/>
      <p:bldP spid="16" grpId="0" uiExpand="1" build="allAtOnce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08287-8A16-8ED5-B6A9-4F0DA38A0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DA33A4A-D66C-E14C-F054-97395ADDC7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34"/>
          <a:stretch>
            <a:fillRect/>
          </a:stretch>
        </p:blipFill>
        <p:spPr>
          <a:xfrm>
            <a:off x="501042" y="1452355"/>
            <a:ext cx="5310559" cy="474361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80FE29B-1FFE-3E2F-7B32-8E8A2FC1AC7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663034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活动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：修改座位状态并统计未预约座位数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830D20-D31E-A0CA-ACB7-08923BC25D2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020899" y="1509777"/>
            <a:ext cx="5501263" cy="46464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80000" tIns="108000" rIns="180000" bIns="108000" anchor="ctr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000" dirty="0"/>
              <a:t>1.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zh-CN" altLang="en-US" sz="2000" dirty="0">
                <a:solidFill>
                  <a:schemeClr val="tx1"/>
                </a:solidFill>
              </a:rPr>
              <a:t>（排数），</a:t>
            </a:r>
            <a:r>
              <a:rPr lang="en-US" altLang="zh-CN" sz="2000" dirty="0"/>
              <a:t>n</a:t>
            </a:r>
            <a:r>
              <a:rPr lang="zh-CN" altLang="en-US" sz="2000" dirty="0"/>
              <a:t>（列数），</a:t>
            </a:r>
            <a:r>
              <a:rPr lang="en-US" altLang="zh-CN" sz="2000" dirty="0"/>
              <a:t>s</a:t>
            </a:r>
            <a:r>
              <a:rPr lang="zh-CN" altLang="en-US" sz="2000" dirty="0"/>
              <a:t>（预约与取消预约操作字符串）</a:t>
            </a:r>
            <a:endParaRPr lang="en-US" altLang="zh-CN" sz="2000" dirty="0"/>
          </a:p>
          <a:p>
            <a:pPr algn="just">
              <a:lnSpc>
                <a:spcPct val="125000"/>
              </a:lnSpc>
            </a:pPr>
            <a:endParaRPr lang="zh-CN" altLang="en-US" sz="2000" dirty="0"/>
          </a:p>
          <a:p>
            <a:pPr algn="just">
              <a:lnSpc>
                <a:spcPct val="125000"/>
              </a:lnSpc>
            </a:pPr>
            <a:r>
              <a:rPr lang="en-US" altLang="zh-CN" sz="2000" dirty="0"/>
              <a:t>2.</a:t>
            </a:r>
            <a:r>
              <a:rPr lang="zh-CN" altLang="en-US" sz="2000" dirty="0"/>
              <a:t>座位状态列表：</a:t>
            </a:r>
            <a:r>
              <a:rPr lang="en-US" altLang="zh-CN" sz="2000" dirty="0"/>
              <a:t>seats</a:t>
            </a:r>
            <a:r>
              <a:rPr lang="zh-CN" altLang="en-US" sz="2000" dirty="0"/>
              <a:t>（二维列表）；未预约状态</a:t>
            </a:r>
            <a:r>
              <a:rPr lang="en-US" altLang="zh-CN" sz="2000" dirty="0"/>
              <a:t>____</a:t>
            </a:r>
            <a:r>
              <a:rPr lang="zh-CN" altLang="en-US" sz="2000" dirty="0"/>
              <a:t>，预约状态</a:t>
            </a:r>
            <a:r>
              <a:rPr lang="en-US" altLang="zh-CN" sz="2000" dirty="0"/>
              <a:t>____</a:t>
            </a:r>
            <a:r>
              <a:rPr lang="zh-CN" altLang="en-US" sz="2000" dirty="0"/>
              <a:t>。</a:t>
            </a:r>
            <a:endParaRPr lang="en-US" altLang="zh-CN" sz="2200" dirty="0"/>
          </a:p>
          <a:p>
            <a:pPr>
              <a:lnSpc>
                <a:spcPct val="125000"/>
              </a:lnSpc>
            </a:pPr>
            <a:r>
              <a:rPr lang="en-US" altLang="zh-CN" sz="2200" dirty="0"/>
              <a:t>seats=[[0,</a:t>
            </a:r>
            <a:r>
              <a:rPr lang="en-US" altLang="zh-CN" sz="2200" b="1" dirty="0">
                <a:solidFill>
                  <a:srgbClr val="C00000"/>
                </a:solidFill>
              </a:rPr>
              <a:t>0</a:t>
            </a:r>
            <a:r>
              <a:rPr lang="en-US" altLang="zh-CN" sz="2200" dirty="0"/>
              <a:t>,0,0,0,0],</a:t>
            </a:r>
          </a:p>
          <a:p>
            <a:pPr>
              <a:lnSpc>
                <a:spcPct val="125000"/>
              </a:lnSpc>
            </a:pPr>
            <a:r>
              <a:rPr lang="en-US" altLang="zh-CN" sz="2200" dirty="0"/>
              <a:t>       [0,0,0,0,</a:t>
            </a:r>
            <a:r>
              <a:rPr lang="en-US" altLang="zh-CN" sz="2200" b="1" dirty="0">
                <a:solidFill>
                  <a:srgbClr val="C00000"/>
                </a:solidFill>
              </a:rPr>
              <a:t>0</a:t>
            </a:r>
            <a:r>
              <a:rPr lang="en-US" altLang="zh-CN" sz="2200" dirty="0"/>
              <a:t>,0],</a:t>
            </a:r>
          </a:p>
          <a:p>
            <a:pPr>
              <a:lnSpc>
                <a:spcPct val="125000"/>
              </a:lnSpc>
            </a:pPr>
            <a:r>
              <a:rPr lang="en-US" altLang="zh-CN" sz="2200" dirty="0"/>
              <a:t>       [0,0,0,0,0,0],</a:t>
            </a:r>
          </a:p>
          <a:p>
            <a:pPr>
              <a:lnSpc>
                <a:spcPct val="125000"/>
              </a:lnSpc>
            </a:pPr>
            <a:r>
              <a:rPr lang="en-US" altLang="zh-CN" sz="2200" dirty="0"/>
              <a:t>       [0,0,0,0,0,0],</a:t>
            </a:r>
          </a:p>
          <a:p>
            <a:pPr>
              <a:lnSpc>
                <a:spcPct val="125000"/>
              </a:lnSpc>
            </a:pPr>
            <a:r>
              <a:rPr lang="en-US" altLang="zh-CN" sz="2200" dirty="0"/>
              <a:t>		 ……     ]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</a:rPr>
              <a:t>     </a:t>
            </a:r>
            <a:r>
              <a:rPr lang="zh-CN" altLang="en-US" sz="2200" b="1" dirty="0">
                <a:solidFill>
                  <a:srgbClr val="C00000"/>
                </a:solidFill>
              </a:rPr>
              <a:t>（</a:t>
            </a:r>
            <a:r>
              <a:rPr lang="en-US" altLang="zh-CN" sz="2200" b="1" dirty="0">
                <a:solidFill>
                  <a:srgbClr val="C00000"/>
                </a:solidFill>
              </a:rPr>
              <a:t>m</a:t>
            </a:r>
            <a:r>
              <a:rPr lang="zh-CN" altLang="en-US" sz="2200" b="1" dirty="0">
                <a:solidFill>
                  <a:srgbClr val="C00000"/>
                </a:solidFill>
              </a:rPr>
              <a:t>行</a:t>
            </a:r>
            <a:r>
              <a:rPr lang="en-US" altLang="zh-CN" sz="2200" b="1" dirty="0">
                <a:solidFill>
                  <a:srgbClr val="C00000"/>
                </a:solidFill>
              </a:rPr>
              <a:t>n</a:t>
            </a:r>
            <a:r>
              <a:rPr lang="zh-CN" altLang="en-US" sz="2200" b="1" dirty="0">
                <a:solidFill>
                  <a:srgbClr val="C00000"/>
                </a:solidFill>
              </a:rPr>
              <a:t>列的二维列表）</a:t>
            </a:r>
            <a:endParaRPr lang="en-US" altLang="zh-CN" sz="2200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A8B992-8690-F1B4-0AA8-95D81AC136DA}"/>
              </a:ext>
            </a:extLst>
          </p:cNvPr>
          <p:cNvSpPr txBox="1"/>
          <p:nvPr/>
        </p:nvSpPr>
        <p:spPr>
          <a:xfrm>
            <a:off x="6984007" y="3094766"/>
            <a:ext cx="494992" cy="44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0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7C4638-2811-9456-DE01-B01E243012F6}"/>
              </a:ext>
            </a:extLst>
          </p:cNvPr>
          <p:cNvSpPr txBox="1"/>
          <p:nvPr/>
        </p:nvSpPr>
        <p:spPr>
          <a:xfrm>
            <a:off x="8820443" y="3094766"/>
            <a:ext cx="494992" cy="44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7D0887-8067-1CD4-F42A-1E5A863475A7}"/>
              </a:ext>
            </a:extLst>
          </p:cNvPr>
          <p:cNvSpPr txBox="1"/>
          <p:nvPr/>
        </p:nvSpPr>
        <p:spPr>
          <a:xfrm>
            <a:off x="1357906" y="2277443"/>
            <a:ext cx="1600903" cy="44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seats[0][1]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86DFD5-39AB-E0FE-8911-5489F3B7F95C}"/>
              </a:ext>
            </a:extLst>
          </p:cNvPr>
          <p:cNvSpPr txBox="1"/>
          <p:nvPr/>
        </p:nvSpPr>
        <p:spPr>
          <a:xfrm>
            <a:off x="3571673" y="4152506"/>
            <a:ext cx="1600903" cy="44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seats[1][4]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F98E4EE-9E9D-FD0E-F41A-DDC1931A87B5}"/>
              </a:ext>
            </a:extLst>
          </p:cNvPr>
          <p:cNvCxnSpPr>
            <a:cxnSpLocks/>
          </p:cNvCxnSpPr>
          <p:nvPr/>
        </p:nvCxnSpPr>
        <p:spPr>
          <a:xfrm flipV="1">
            <a:off x="2033510" y="2675117"/>
            <a:ext cx="0" cy="2588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DEF16A6-F7F1-C25C-C988-E7F6DD458844}"/>
              </a:ext>
            </a:extLst>
          </p:cNvPr>
          <p:cNvCxnSpPr>
            <a:cxnSpLocks/>
          </p:cNvCxnSpPr>
          <p:nvPr/>
        </p:nvCxnSpPr>
        <p:spPr>
          <a:xfrm>
            <a:off x="4708674" y="3998571"/>
            <a:ext cx="0" cy="2588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6B8977D-81D3-3D48-EEB5-5CAB4E297A29}"/>
              </a:ext>
            </a:extLst>
          </p:cNvPr>
          <p:cNvSpPr txBox="1"/>
          <p:nvPr/>
        </p:nvSpPr>
        <p:spPr>
          <a:xfrm>
            <a:off x="5060709" y="958523"/>
            <a:ext cx="2070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ym typeface="微软雅黑" panose="020B0503020204020204" pitchFamily="34" charset="-122"/>
              </a:rPr>
              <a:t>抽象与建模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B0B82A-6335-F7A1-4945-BEF7792EC19C}"/>
              </a:ext>
            </a:extLst>
          </p:cNvPr>
          <p:cNvSpPr/>
          <p:nvPr/>
        </p:nvSpPr>
        <p:spPr>
          <a:xfrm>
            <a:off x="7249678" y="3582740"/>
            <a:ext cx="2047470" cy="41043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8D5B35-BD66-2A18-26EB-882316629FD1}"/>
              </a:ext>
            </a:extLst>
          </p:cNvPr>
          <p:cNvSpPr txBox="1"/>
          <p:nvPr/>
        </p:nvSpPr>
        <p:spPr>
          <a:xfrm>
            <a:off x="9441305" y="3582740"/>
            <a:ext cx="1204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dirty="0">
                <a:solidFill>
                  <a:srgbClr val="C00000"/>
                </a:solidFill>
              </a:rPr>
              <a:t>seats[0]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219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  <p:bldP spid="5" grpId="0" uiExpand="1" build="allAtOnce"/>
      <p:bldP spid="9" grpId="0" uiExpand="1" build="allAtOnce"/>
      <p:bldP spid="10" grpId="0" uiExpand="1" build="allAtOnce"/>
      <p:bldP spid="12" grpId="0" uiExpand="1" build="allAtOnce"/>
      <p:bldP spid="16" grpId="0" uiExpand="1" build="allAtOnce"/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89F28-DBFA-015B-15F0-E97B32D9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D0DB72D-9559-4265-07C1-EFD1647994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34"/>
          <a:stretch>
            <a:fillRect/>
          </a:stretch>
        </p:blipFill>
        <p:spPr>
          <a:xfrm>
            <a:off x="501042" y="1452355"/>
            <a:ext cx="5310559" cy="474361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0C9209E-33E8-29B0-82CB-23FE88F2FDA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663034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活动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：修改座位状态并统计未预约座位数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73F80B-CB48-1965-EB00-DC19D6F6A1F5}"/>
              </a:ext>
            </a:extLst>
          </p:cNvPr>
          <p:cNvSpPr txBox="1"/>
          <p:nvPr/>
        </p:nvSpPr>
        <p:spPr>
          <a:xfrm>
            <a:off x="1357906" y="2277443"/>
            <a:ext cx="1600903" cy="44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seats[0][1]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8AC4AE-A6D4-77DF-739D-98890708DFCA}"/>
              </a:ext>
            </a:extLst>
          </p:cNvPr>
          <p:cNvSpPr txBox="1"/>
          <p:nvPr/>
        </p:nvSpPr>
        <p:spPr>
          <a:xfrm>
            <a:off x="3571673" y="4152506"/>
            <a:ext cx="1600903" cy="44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seats[1][4]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DEC2E07-E1BF-E864-CE39-21032252B9C7}"/>
              </a:ext>
            </a:extLst>
          </p:cNvPr>
          <p:cNvCxnSpPr>
            <a:cxnSpLocks/>
          </p:cNvCxnSpPr>
          <p:nvPr/>
        </p:nvCxnSpPr>
        <p:spPr>
          <a:xfrm flipV="1">
            <a:off x="2033510" y="2675117"/>
            <a:ext cx="0" cy="2588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F31E59F-57D6-F935-910B-AC337A3E6466}"/>
              </a:ext>
            </a:extLst>
          </p:cNvPr>
          <p:cNvCxnSpPr>
            <a:cxnSpLocks/>
          </p:cNvCxnSpPr>
          <p:nvPr/>
        </p:nvCxnSpPr>
        <p:spPr>
          <a:xfrm>
            <a:off x="4708674" y="3998571"/>
            <a:ext cx="0" cy="2588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5D2DBAD-B848-4A20-E7E5-8852A9E54855}"/>
              </a:ext>
            </a:extLst>
          </p:cNvPr>
          <p:cNvSpPr txBox="1"/>
          <p:nvPr/>
        </p:nvSpPr>
        <p:spPr>
          <a:xfrm>
            <a:off x="5060709" y="958523"/>
            <a:ext cx="2070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ym typeface="微软雅黑" panose="020B0503020204020204" pitchFamily="34" charset="-122"/>
              </a:rPr>
              <a:t>抽象与建模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4807F2-0348-76C6-8F5F-965FEE8DCB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014393" y="1508829"/>
            <a:ext cx="5501263" cy="44188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80000" tIns="108000" rIns="180000" bIns="108000" anchor="ctr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000" dirty="0"/>
              <a:t>1.</a:t>
            </a:r>
            <a:r>
              <a:rPr lang="en-US" altLang="zh-CN" sz="2000" dirty="0">
                <a:solidFill>
                  <a:schemeClr val="tx1"/>
                </a:solidFill>
              </a:rPr>
              <a:t>m</a:t>
            </a:r>
            <a:r>
              <a:rPr lang="zh-CN" altLang="en-US" sz="2000" dirty="0">
                <a:solidFill>
                  <a:schemeClr val="tx1"/>
                </a:solidFill>
              </a:rPr>
              <a:t>（排数），</a:t>
            </a:r>
            <a:r>
              <a:rPr lang="en-US" altLang="zh-CN" sz="2000" dirty="0"/>
              <a:t>n</a:t>
            </a:r>
            <a:r>
              <a:rPr lang="zh-CN" altLang="en-US" sz="2000" dirty="0"/>
              <a:t>（列数），</a:t>
            </a:r>
            <a:r>
              <a:rPr lang="en-US" altLang="zh-CN" sz="2000" dirty="0"/>
              <a:t>s</a:t>
            </a:r>
            <a:r>
              <a:rPr lang="zh-CN" altLang="en-US" sz="2000" dirty="0"/>
              <a:t>（预约与取消预约操作字符串）</a:t>
            </a:r>
            <a:endParaRPr lang="en-US" altLang="zh-CN" sz="2000" dirty="0"/>
          </a:p>
          <a:p>
            <a:pPr algn="just">
              <a:lnSpc>
                <a:spcPct val="125000"/>
              </a:lnSpc>
            </a:pPr>
            <a:endParaRPr lang="zh-CN" altLang="en-US" sz="2000" dirty="0"/>
          </a:p>
          <a:p>
            <a:pPr algn="just">
              <a:lnSpc>
                <a:spcPct val="125000"/>
              </a:lnSpc>
            </a:pPr>
            <a:r>
              <a:rPr lang="en-US" altLang="zh-CN" sz="2000" dirty="0"/>
              <a:t>2.</a:t>
            </a:r>
            <a:r>
              <a:rPr lang="zh-CN" altLang="en-US" sz="2000" dirty="0"/>
              <a:t>座位状态列表：</a:t>
            </a:r>
            <a:r>
              <a:rPr lang="en-US" altLang="zh-CN" sz="2000" dirty="0"/>
              <a:t>seats</a:t>
            </a:r>
            <a:r>
              <a:rPr lang="zh-CN" altLang="en-US" sz="2000" dirty="0"/>
              <a:t>（二维列表）；未预约状态</a:t>
            </a:r>
            <a:r>
              <a:rPr lang="en-US" altLang="zh-CN" sz="2000" dirty="0"/>
              <a:t>____</a:t>
            </a:r>
            <a:r>
              <a:rPr lang="zh-CN" altLang="en-US" sz="2000" dirty="0"/>
              <a:t>，预约状态</a:t>
            </a:r>
            <a:r>
              <a:rPr lang="en-US" altLang="zh-CN" sz="2000" dirty="0"/>
              <a:t>____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lnSpc>
                <a:spcPct val="125000"/>
              </a:lnSpc>
            </a:pP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en-US" altLang="zh-CN" sz="2000" dirty="0"/>
              <a:t>3.</a:t>
            </a:r>
            <a:r>
              <a:rPr lang="zh-CN" altLang="en-US" sz="2000" dirty="0"/>
              <a:t>行列坐标：</a:t>
            </a:r>
            <a:r>
              <a:rPr lang="en-US" altLang="zh-CN" sz="2000" dirty="0"/>
              <a:t>row</a:t>
            </a:r>
            <a:r>
              <a:rPr lang="zh-CN" altLang="en-US" sz="2000" dirty="0"/>
              <a:t>（行，范围</a:t>
            </a:r>
            <a:r>
              <a:rPr lang="en-US" altLang="zh-CN" sz="2000" dirty="0"/>
              <a:t>_______</a:t>
            </a:r>
            <a:r>
              <a:rPr lang="zh-CN" altLang="en-US" sz="2000" dirty="0"/>
              <a:t>）；</a:t>
            </a: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en-US" altLang="zh-CN" sz="2000" dirty="0"/>
              <a:t>           col</a:t>
            </a:r>
            <a:r>
              <a:rPr lang="zh-CN" altLang="en-US" sz="2000" dirty="0"/>
              <a:t>（列，范围</a:t>
            </a:r>
            <a:r>
              <a:rPr lang="en-US" altLang="zh-CN" sz="2000" dirty="0"/>
              <a:t>_______</a:t>
            </a:r>
            <a:r>
              <a:rPr lang="zh-CN" altLang="en-US" sz="2000" dirty="0"/>
              <a:t>）</a:t>
            </a:r>
          </a:p>
          <a:p>
            <a:pPr>
              <a:lnSpc>
                <a:spcPct val="125000"/>
              </a:lnSpc>
            </a:pPr>
            <a:r>
              <a:rPr lang="zh-CN" altLang="en-US" sz="2000" dirty="0"/>
              <a:t>  座位坐标表示为：</a:t>
            </a:r>
            <a:r>
              <a:rPr lang="en-US" altLang="zh-CN" sz="2000" dirty="0"/>
              <a:t>________________</a:t>
            </a:r>
          </a:p>
          <a:p>
            <a:pPr>
              <a:lnSpc>
                <a:spcPct val="125000"/>
              </a:lnSpc>
            </a:pP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lang="en-US" altLang="zh-CN" sz="2000" dirty="0"/>
              <a:t>4.cnt1</a:t>
            </a:r>
            <a:r>
              <a:rPr lang="zh-CN" altLang="en-US" sz="2000" dirty="0"/>
              <a:t>（未预约座位总数）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77175E-C81D-2DDB-99D6-E76F28691E5D}"/>
              </a:ext>
            </a:extLst>
          </p:cNvPr>
          <p:cNvSpPr txBox="1"/>
          <p:nvPr/>
        </p:nvSpPr>
        <p:spPr>
          <a:xfrm>
            <a:off x="6977167" y="3111093"/>
            <a:ext cx="494992" cy="44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0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A9E3C2-2176-E82A-44E8-CFA5E264D3D5}"/>
              </a:ext>
            </a:extLst>
          </p:cNvPr>
          <p:cNvSpPr txBox="1"/>
          <p:nvPr/>
        </p:nvSpPr>
        <p:spPr>
          <a:xfrm>
            <a:off x="8813603" y="3111093"/>
            <a:ext cx="494992" cy="44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407E39-19AF-2F8D-F95A-15027CCDBD52}"/>
              </a:ext>
            </a:extLst>
          </p:cNvPr>
          <p:cNvSpPr txBox="1"/>
          <p:nvPr/>
        </p:nvSpPr>
        <p:spPr>
          <a:xfrm>
            <a:off x="8423281" y="4595458"/>
            <a:ext cx="2372807" cy="44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seats[row][col]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5BCF00-3A8F-C871-F4EF-079AF864F278}"/>
              </a:ext>
            </a:extLst>
          </p:cNvPr>
          <p:cNvSpPr txBox="1"/>
          <p:nvPr/>
        </p:nvSpPr>
        <p:spPr>
          <a:xfrm>
            <a:off x="9422852" y="3868208"/>
            <a:ext cx="1005844" cy="44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0</a:t>
            </a:r>
            <a:r>
              <a:rPr lang="zh-CN" altLang="en-US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～</a:t>
            </a: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m-1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7F58BB-BFCA-FB8B-ABE7-2598EED1C40A}"/>
              </a:ext>
            </a:extLst>
          </p:cNvPr>
          <p:cNvSpPr txBox="1"/>
          <p:nvPr/>
        </p:nvSpPr>
        <p:spPr>
          <a:xfrm>
            <a:off x="9422852" y="4253740"/>
            <a:ext cx="1005844" cy="44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0</a:t>
            </a:r>
            <a:r>
              <a:rPr lang="zh-CN" altLang="en-US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～</a:t>
            </a: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n-1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115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/>
      <p:bldP spid="6" grpId="0" uiExpand="1" build="allAtOnce"/>
      <p:bldP spid="9" grpId="0" uiExpand="1" build="allAtOnce"/>
      <p:bldP spid="11" grpId="0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327DD-C2F1-37BD-A87E-E27F552D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FAEC8D-B8FA-8AB7-A0B8-EDF44520914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663034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活动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：修改座位状态并统计未预约座位数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1E2199-10C8-F513-3113-9C8FC5ACE81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96000" y="1066051"/>
            <a:ext cx="10800000" cy="314602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44000" tIns="108000" bIns="1080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b="1" dirty="0">
                <a:latin typeface="Consolas" panose="020B0609020204030204" pitchFamily="49" charset="0"/>
                <a:ea typeface="微软雅黑" panose="020B0503020204020204" pitchFamily="34" charset="-122"/>
              </a:rPr>
              <a:t>主程序部分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m=10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  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为方便操作，将座位排数设为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n=6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  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列数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s=</a:t>
            </a:r>
            <a:r>
              <a:rPr lang="en-US" altLang="zh-CN" sz="2200" b="1" dirty="0">
                <a:solidFill>
                  <a:srgbClr val="5B9BD5"/>
                </a:solidFill>
              </a:rPr>
              <a:t>"</a:t>
            </a:r>
            <a:r>
              <a:rPr lang="en-US" altLang="zh-CN" sz="2200" b="1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1A2B1A2F3C4E2F</a:t>
            </a:r>
            <a:r>
              <a:rPr lang="en-US" altLang="zh-CN" sz="2200" b="1" dirty="0">
                <a:solidFill>
                  <a:srgbClr val="5B9BD5"/>
                </a:solidFill>
              </a:rPr>
              <a:t>"</a:t>
            </a:r>
            <a:r>
              <a:rPr lang="en-US" altLang="zh-CN" sz="2200" b="1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预约与取消预约操作示例字符串，实际根据学生操作生成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seats=[[0 for </a:t>
            </a:r>
            <a:r>
              <a:rPr lang="en-US" altLang="zh-CN" sz="2200" b="1" dirty="0" err="1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22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in range(n)] for j in range(m)]  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生成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m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行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列二维列表</a:t>
            </a:r>
          </a:p>
          <a:p>
            <a:pPr>
              <a:lnSpc>
                <a:spcPct val="125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cnt1,seats=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update_seats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200" b="1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b="1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b="1" dirty="0" err="1">
                <a:solidFill>
                  <a:srgbClr val="6EA2E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b="1" dirty="0" err="1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seats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dirty="0"/>
              <a:t>print("</a:t>
            </a:r>
            <a:r>
              <a:rPr lang="zh-CN" altLang="zh-CN" sz="2200" dirty="0"/>
              <a:t>未预约座位总数：</a:t>
            </a:r>
            <a:r>
              <a:rPr lang="en-US" altLang="zh-CN" sz="2200" dirty="0"/>
              <a:t>",cnt1,"</a:t>
            </a:r>
            <a:r>
              <a:rPr lang="zh-CN" altLang="zh-CN" sz="2200" dirty="0"/>
              <a:t>个</a:t>
            </a:r>
            <a:r>
              <a:rPr lang="en-US" altLang="zh-CN" sz="2200" dirty="0"/>
              <a:t>")</a:t>
            </a:r>
            <a:endParaRPr lang="zh-CN" altLang="zh-CN" sz="2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9FC11D-9AA9-59AA-3120-09C1CF6A6DC9}"/>
              </a:ext>
            </a:extLst>
          </p:cNvPr>
          <p:cNvSpPr txBox="1"/>
          <p:nvPr/>
        </p:nvSpPr>
        <p:spPr>
          <a:xfrm>
            <a:off x="696000" y="4343458"/>
            <a:ext cx="10800000" cy="1412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①如何从字符串</a:t>
            </a:r>
            <a:r>
              <a:rPr lang="en-US" altLang="zh-CN" sz="2200" b="1" dirty="0">
                <a:solidFill>
                  <a:srgbClr val="5B9BD5"/>
                </a:solidFill>
              </a:rPr>
              <a:t>"</a:t>
            </a:r>
            <a:r>
              <a:rPr lang="en-US" altLang="zh-CN" sz="2200" b="1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1A</a:t>
            </a:r>
            <a:r>
              <a:rPr lang="en-US" altLang="zh-CN" sz="2200" b="1" dirty="0">
                <a:solidFill>
                  <a:srgbClr val="5B9BD5"/>
                </a:solidFill>
              </a:rPr>
              <a:t>"</a:t>
            </a:r>
            <a:r>
              <a:rPr lang="zh-CN" altLang="en-US" sz="2200" dirty="0">
                <a:sym typeface="微软雅黑" panose="020B0503020204020204" pitchFamily="34" charset="-122"/>
              </a:rPr>
              <a:t>中提取座位编号的</a:t>
            </a:r>
            <a:r>
              <a:rPr lang="zh-CN" altLang="en-US" sz="2200" b="1" dirty="0">
                <a:solidFill>
                  <a:srgbClr val="5B9BD5"/>
                </a:solidFill>
                <a:sym typeface="微软雅黑" panose="020B0503020204020204" pitchFamily="34" charset="-122"/>
              </a:rPr>
              <a:t>行列信息</a:t>
            </a:r>
            <a:r>
              <a:rPr lang="zh-CN" altLang="en-US" sz="2200" dirty="0">
                <a:sym typeface="微软雅黑" panose="020B0503020204020204" pitchFamily="34" charset="-122"/>
              </a:rPr>
              <a:t>？</a:t>
            </a: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200" dirty="0">
                <a:sym typeface="微软雅黑" panose="020B0503020204020204" pitchFamily="34" charset="-122"/>
              </a:rPr>
              <a:t>  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判断</a:t>
            </a:r>
            <a:r>
              <a:rPr lang="zh-CN" altLang="en-US" sz="2200" dirty="0">
                <a:sym typeface="微软雅黑" panose="020B0503020204020204" pitchFamily="34" charset="-122"/>
              </a:rPr>
              <a:t>是数字字符还是字母可以采用</a:t>
            </a:r>
            <a:r>
              <a:rPr lang="en-US" altLang="zh-CN" sz="2200" dirty="0">
                <a:sym typeface="微软雅黑" panose="020B0503020204020204" pitchFamily="34" charset="-122"/>
              </a:rPr>
              <a:t>_____</a:t>
            </a:r>
            <a:r>
              <a:rPr lang="zh-CN" altLang="en-US" sz="2200" dirty="0">
                <a:sym typeface="微软雅黑" panose="020B0503020204020204" pitchFamily="34" charset="-122"/>
              </a:rPr>
              <a:t>，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遍历字符串</a:t>
            </a:r>
            <a:r>
              <a:rPr lang="zh-CN" altLang="en-US" sz="2200" dirty="0">
                <a:sym typeface="微软雅黑" panose="020B0503020204020204" pitchFamily="34" charset="-122"/>
              </a:rPr>
              <a:t>提取各个座位编号的行列信息</a:t>
            </a: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200" dirty="0">
                <a:sym typeface="微软雅黑" panose="020B0503020204020204" pitchFamily="34" charset="-122"/>
              </a:rPr>
              <a:t>  </a:t>
            </a:r>
            <a:r>
              <a:rPr lang="zh-CN" altLang="en-US" sz="2200" dirty="0">
                <a:sym typeface="微软雅黑" panose="020B0503020204020204" pitchFamily="34" charset="-122"/>
              </a:rPr>
              <a:t>可以采用</a:t>
            </a:r>
            <a:r>
              <a:rPr lang="en-US" altLang="zh-CN" sz="2200" dirty="0">
                <a:sym typeface="微软雅黑" panose="020B0503020204020204" pitchFamily="34" charset="-122"/>
              </a:rPr>
              <a:t>_____</a:t>
            </a:r>
            <a:r>
              <a:rPr lang="zh-CN" altLang="en-US" sz="2200" dirty="0">
                <a:sym typeface="微软雅黑" panose="020B0503020204020204" pitchFamily="34" charset="-122"/>
              </a:rPr>
              <a:t>。</a:t>
            </a:r>
            <a:r>
              <a:rPr lang="zh-CN" altLang="en-US" sz="2200" dirty="0"/>
              <a:t>（单选，填字母：</a:t>
            </a:r>
            <a:r>
              <a:rPr lang="en-US" altLang="zh-CN" sz="2200" dirty="0"/>
              <a:t>A.</a:t>
            </a:r>
            <a:r>
              <a:rPr lang="zh-CN" altLang="en-US" sz="2200" dirty="0"/>
              <a:t>顺序结构</a:t>
            </a:r>
            <a:r>
              <a:rPr lang="en-US" altLang="zh-CN" sz="2200" dirty="0"/>
              <a:t>/B.</a:t>
            </a:r>
            <a:r>
              <a:rPr lang="zh-CN" altLang="en-US" sz="2200" dirty="0"/>
              <a:t>分支结构</a:t>
            </a:r>
            <a:r>
              <a:rPr lang="en-US" altLang="zh-CN" sz="2200" dirty="0"/>
              <a:t>/C.</a:t>
            </a:r>
            <a:r>
              <a:rPr lang="zh-CN" altLang="en-US" sz="2200" dirty="0"/>
              <a:t>循环结构）</a:t>
            </a:r>
            <a:endParaRPr lang="zh-CN" altLang="en-US" sz="2200" dirty="0">
              <a:sym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77DF8F-0DE0-D51D-8D76-B6D25E01316D}"/>
              </a:ext>
            </a:extLst>
          </p:cNvPr>
          <p:cNvSpPr txBox="1"/>
          <p:nvPr/>
        </p:nvSpPr>
        <p:spPr>
          <a:xfrm>
            <a:off x="6910300" y="4343516"/>
            <a:ext cx="3629510" cy="481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数字字符</a:t>
            </a:r>
            <a:r>
              <a:rPr lang="zh-CN" altLang="en-US" sz="2200" dirty="0">
                <a:sym typeface="微软雅黑" panose="020B0503020204020204" pitchFamily="34" charset="-122"/>
              </a:rPr>
              <a:t>为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行</a:t>
            </a:r>
            <a:r>
              <a:rPr lang="zh-CN" altLang="en-US" sz="2200" dirty="0">
                <a:sym typeface="微软雅黑" panose="020B0503020204020204" pitchFamily="34" charset="-122"/>
              </a:rPr>
              <a:t>，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字母</a:t>
            </a:r>
            <a:r>
              <a:rPr lang="zh-CN" altLang="en-US" sz="2200" dirty="0">
                <a:sym typeface="微软雅黑" panose="020B0503020204020204" pitchFamily="34" charset="-122"/>
              </a:rPr>
              <a:t>为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AA14D2-3FB6-9C64-59FF-A034B6E12797}"/>
              </a:ext>
            </a:extLst>
          </p:cNvPr>
          <p:cNvSpPr/>
          <p:nvPr/>
        </p:nvSpPr>
        <p:spPr>
          <a:xfrm>
            <a:off x="2429433" y="3307976"/>
            <a:ext cx="4036681" cy="4213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C46F3D-F2A6-B5D0-4DA3-4E6ED339D7C5}"/>
              </a:ext>
            </a:extLst>
          </p:cNvPr>
          <p:cNvSpPr/>
          <p:nvPr/>
        </p:nvSpPr>
        <p:spPr>
          <a:xfrm>
            <a:off x="6612648" y="3280287"/>
            <a:ext cx="1794886" cy="51648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自定义函数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3A036D-8340-D6FB-B8F4-3167CCEA7FC7}"/>
              </a:ext>
            </a:extLst>
          </p:cNvPr>
          <p:cNvSpPr txBox="1"/>
          <p:nvPr/>
        </p:nvSpPr>
        <p:spPr>
          <a:xfrm>
            <a:off x="5413534" y="4816828"/>
            <a:ext cx="494992" cy="4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B</a:t>
            </a:r>
            <a:endParaRPr lang="zh-CN" altLang="en-US" sz="22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97CB0F-5407-C307-467A-0FC3FA8138E3}"/>
              </a:ext>
            </a:extLst>
          </p:cNvPr>
          <p:cNvSpPr txBox="1"/>
          <p:nvPr/>
        </p:nvSpPr>
        <p:spPr>
          <a:xfrm>
            <a:off x="2344777" y="5256741"/>
            <a:ext cx="494992" cy="4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C</a:t>
            </a:r>
            <a:endParaRPr lang="zh-CN" altLang="en-US" sz="22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691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uiExpand="1" build="allAtOnce"/>
      <p:bldP spid="8" grpId="0" uiExpand="1" build="allAtOnce"/>
      <p:bldP spid="2" grpId="0" animBg="1"/>
      <p:bldP spid="4" grpId="0" animBg="1"/>
      <p:bldP spid="5" grpId="0" uiExpand="1" build="allAtOnce"/>
      <p:bldP spid="9" grpId="0" uiExpand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AB889-797A-328C-3D9F-0A8E4909F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42E369-7507-DB5D-D4F7-A5D4811AE9C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663034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活动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：修改座位状态并统计未预约座位数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771302-0C8F-E4C3-0869-114A093B98D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86040" y="1037220"/>
            <a:ext cx="6729918" cy="51510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8000" tIns="36000" rIns="72000" bIns="36000" anchor="ctr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update_seats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m,n,s,seats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cnt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=0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tmp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=""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for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ch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in s: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if "0"&lt;=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ch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&lt;="9":  #ch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是数字字符</a:t>
            </a: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tmp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tmp+ch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else:  #ch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是字母</a:t>
            </a: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row=int(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tmp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)-1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col=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ord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ch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)-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ord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("A")</a:t>
            </a: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seats[row][col]=__________________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tmp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=""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for row in range(m):  #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遍历行号</a:t>
            </a: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for col in range(n):  #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遍历列号</a:t>
            </a: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if seats[row][col]==0:</a:t>
            </a: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    __________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return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cnt,seats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98F33D-17E4-F29B-F371-C6AB47B5FC07}"/>
              </a:ext>
            </a:extLst>
          </p:cNvPr>
          <p:cNvSpPr txBox="1"/>
          <p:nvPr/>
        </p:nvSpPr>
        <p:spPr>
          <a:xfrm>
            <a:off x="7444398" y="3327180"/>
            <a:ext cx="4259621" cy="904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③如何实现</a:t>
            </a:r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seats[row][col]</a:t>
            </a:r>
            <a:r>
              <a:rPr lang="zh-CN" altLang="en-US" sz="2200" dirty="0">
                <a:sym typeface="微软雅黑" panose="020B0503020204020204" pitchFamily="34" charset="-122"/>
              </a:rPr>
              <a:t>的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未预约</a:t>
            </a:r>
            <a:r>
              <a:rPr lang="zh-CN" altLang="en-US" sz="2200" dirty="0">
                <a:sym typeface="微软雅黑" panose="020B0503020204020204" pitchFamily="34" charset="-122"/>
              </a:rPr>
              <a:t>与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预约</a:t>
            </a:r>
            <a:r>
              <a:rPr lang="zh-CN" altLang="en-US" sz="2200" dirty="0">
                <a:sym typeface="微软雅黑" panose="020B0503020204020204" pitchFamily="34" charset="-122"/>
              </a:rPr>
              <a:t>状态切换？</a:t>
            </a:r>
            <a:endParaRPr lang="en-US" altLang="zh-CN" sz="2200" dirty="0">
              <a:sym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6861057-23AD-7488-52B6-9F9AB81B0590}"/>
              </a:ext>
            </a:extLst>
          </p:cNvPr>
          <p:cNvGrpSpPr/>
          <p:nvPr/>
        </p:nvGrpSpPr>
        <p:grpSpPr>
          <a:xfrm>
            <a:off x="9014543" y="4231468"/>
            <a:ext cx="1296000" cy="844049"/>
            <a:chOff x="8318212" y="3603593"/>
            <a:chExt cx="1296000" cy="844049"/>
          </a:xfrm>
        </p:grpSpPr>
        <p:sp>
          <p:nvSpPr>
            <p:cNvPr id="9" name="箭头: 右 8">
              <a:extLst>
                <a:ext uri="{FF2B5EF4-FFF2-40B4-BE49-F238E27FC236}">
                  <a16:creationId xmlns:a16="http://schemas.microsoft.com/office/drawing/2014/main" id="{7BF9DBA5-A001-A0EE-EFC4-EC8666FA0F7C}"/>
                </a:ext>
              </a:extLst>
            </p:cNvPr>
            <p:cNvSpPr/>
            <p:nvPr/>
          </p:nvSpPr>
          <p:spPr>
            <a:xfrm rot="5400000">
              <a:off x="8783722" y="3684201"/>
              <a:ext cx="360000" cy="1987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453B887-5846-1587-B8E0-FC613C6E42B5}"/>
                </a:ext>
              </a:extLst>
            </p:cNvPr>
            <p:cNvSpPr/>
            <p:nvPr/>
          </p:nvSpPr>
          <p:spPr>
            <a:xfrm>
              <a:off x="8318212" y="4015642"/>
              <a:ext cx="1296000" cy="432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C00000"/>
                  </a:solidFill>
                </a:rPr>
                <a:t>0</a:t>
              </a:r>
              <a:r>
                <a:rPr lang="zh-CN" altLang="en-US" sz="2000" b="1" dirty="0">
                  <a:solidFill>
                    <a:srgbClr val="C00000"/>
                  </a:solidFill>
                </a:rPr>
                <a:t>、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1</a:t>
              </a:r>
              <a:r>
                <a:rPr lang="zh-CN" altLang="en-US" sz="2000" b="1" dirty="0">
                  <a:solidFill>
                    <a:srgbClr val="C00000"/>
                  </a:solidFill>
                </a:rPr>
                <a:t>切换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39B67C9B-F1D5-6315-1215-B2B81EEA3E75}"/>
              </a:ext>
            </a:extLst>
          </p:cNvPr>
          <p:cNvSpPr txBox="1"/>
          <p:nvPr/>
        </p:nvSpPr>
        <p:spPr>
          <a:xfrm>
            <a:off x="7433765" y="5457837"/>
            <a:ext cx="4237507" cy="481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④如何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统计未预约座位数量</a:t>
            </a:r>
            <a:r>
              <a:rPr lang="zh-CN" altLang="en-US" sz="2200" dirty="0">
                <a:sym typeface="微软雅黑" panose="020B0503020204020204" pitchFamily="34" charset="-122"/>
              </a:rPr>
              <a:t>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1F77BA-5335-908C-9610-B1ADC4BA90C5}"/>
              </a:ext>
            </a:extLst>
          </p:cNvPr>
          <p:cNvSpPr txBox="1"/>
          <p:nvPr/>
        </p:nvSpPr>
        <p:spPr>
          <a:xfrm>
            <a:off x="7444398" y="991747"/>
            <a:ext cx="4107468" cy="9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②如何将座位的</a:t>
            </a:r>
            <a:r>
              <a:rPr lang="zh-CN" altLang="en-US" sz="2200" b="1" dirty="0">
                <a:solidFill>
                  <a:srgbClr val="5B9BD5"/>
                </a:solidFill>
                <a:sym typeface="微软雅黑" panose="020B0503020204020204" pitchFamily="34" charset="-122"/>
              </a:rPr>
              <a:t>行列信息</a:t>
            </a:r>
            <a:r>
              <a:rPr lang="zh-CN" altLang="en-US" sz="2200" dirty="0">
                <a:sym typeface="微软雅黑" panose="020B0503020204020204" pitchFamily="34" charset="-122"/>
              </a:rPr>
              <a:t>转为</a:t>
            </a:r>
            <a:r>
              <a:rPr lang="en-US" altLang="zh-CN" sz="2200" b="1" dirty="0">
                <a:solidFill>
                  <a:srgbClr val="00B050"/>
                </a:solidFill>
                <a:sym typeface="微软雅黑" panose="020B0503020204020204" pitchFamily="34" charset="-122"/>
              </a:rPr>
              <a:t>row</a:t>
            </a:r>
            <a:r>
              <a:rPr lang="zh-CN" altLang="en-US" sz="2200" dirty="0">
                <a:sym typeface="微软雅黑" panose="020B0503020204020204" pitchFamily="34" charset="-122"/>
              </a:rPr>
              <a:t>和</a:t>
            </a:r>
            <a:r>
              <a:rPr lang="en-US" altLang="zh-CN" sz="2200" b="1" dirty="0">
                <a:solidFill>
                  <a:srgbClr val="00B050"/>
                </a:solidFill>
                <a:sym typeface="微软雅黑" panose="020B0503020204020204" pitchFamily="34" charset="-122"/>
              </a:rPr>
              <a:t>col</a:t>
            </a:r>
            <a:r>
              <a:rPr lang="zh-CN" altLang="en-US" sz="2200" dirty="0">
                <a:sym typeface="微软雅黑" panose="020B0503020204020204" pitchFamily="34" charset="-122"/>
              </a:rPr>
              <a:t>？</a:t>
            </a:r>
            <a:endParaRPr lang="en-US" altLang="zh-CN" sz="2200" dirty="0">
              <a:sym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F617D6-5F43-9861-1B04-0037E8288249}"/>
              </a:ext>
            </a:extLst>
          </p:cNvPr>
          <p:cNvSpPr/>
          <p:nvPr/>
        </p:nvSpPr>
        <p:spPr>
          <a:xfrm>
            <a:off x="8810387" y="1793499"/>
            <a:ext cx="17043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dirty="0">
                <a:solidFill>
                  <a:srgbClr val="5B9BD5"/>
                </a:solidFill>
              </a:rPr>
              <a:t>"1""A"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5B9BD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A334FB5-CC9C-8929-8A6D-B0EB638F7F4B}"/>
              </a:ext>
            </a:extLst>
          </p:cNvPr>
          <p:cNvGrpSpPr/>
          <p:nvPr/>
        </p:nvGrpSpPr>
        <p:grpSpPr>
          <a:xfrm>
            <a:off x="7946287" y="2386025"/>
            <a:ext cx="1223285" cy="623521"/>
            <a:chOff x="5354003" y="5002477"/>
            <a:chExt cx="1223285" cy="623521"/>
          </a:xfrm>
        </p:grpSpPr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D40F546-DC58-9CF9-9CD1-DEE63A8758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9288" y="5002477"/>
              <a:ext cx="288000" cy="2880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653CC97-F596-7D3D-49A4-F607C37B0380}"/>
                </a:ext>
              </a:extLst>
            </p:cNvPr>
            <p:cNvSpPr/>
            <p:nvPr/>
          </p:nvSpPr>
          <p:spPr>
            <a:xfrm>
              <a:off x="5354003" y="5195111"/>
              <a:ext cx="962123" cy="43088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200" b="1" dirty="0">
                  <a:solidFill>
                    <a:srgbClr val="00B050"/>
                  </a:solidFill>
                </a:rPr>
                <a:t>row=0</a:t>
              </a:r>
              <a:endParaRPr lang="zh-CN" altLang="en-US" sz="2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5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B468607-56D3-0E6C-AF15-D339BC453947}"/>
              </a:ext>
            </a:extLst>
          </p:cNvPr>
          <p:cNvGrpSpPr/>
          <p:nvPr/>
        </p:nvGrpSpPr>
        <p:grpSpPr>
          <a:xfrm>
            <a:off x="10172394" y="2380731"/>
            <a:ext cx="1263887" cy="594377"/>
            <a:chOff x="7078799" y="5031620"/>
            <a:chExt cx="1263887" cy="594377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ACA8494D-3D13-0CA9-0413-FEABB28DD0D9}"/>
                </a:ext>
              </a:extLst>
            </p:cNvPr>
            <p:cNvCxnSpPr>
              <a:cxnSpLocks/>
            </p:cNvCxnSpPr>
            <p:nvPr/>
          </p:nvCxnSpPr>
          <p:spPr>
            <a:xfrm>
              <a:off x="7078799" y="5031620"/>
              <a:ext cx="288000" cy="2880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0A33173-86E1-C38C-3B98-4C54C469C9C3}"/>
                </a:ext>
              </a:extLst>
            </p:cNvPr>
            <p:cNvSpPr/>
            <p:nvPr/>
          </p:nvSpPr>
          <p:spPr>
            <a:xfrm>
              <a:off x="7380564" y="5195110"/>
              <a:ext cx="962122" cy="43088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200" b="1" dirty="0">
                  <a:solidFill>
                    <a:srgbClr val="00B050"/>
                  </a:solidFill>
                </a:rPr>
                <a:t>col=0</a:t>
              </a:r>
              <a:endParaRPr lang="zh-CN" altLang="en-US" sz="2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5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320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uiExpand="1" build="allAtOnce"/>
      <p:bldP spid="12" grpId="0" uiExpand="1" build="allAtOnce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02AA7-BAFE-0640-542A-94F8A521A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DAB688-9C68-621D-DA3A-8507527F291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663034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活动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：修改座位状态并统计未预约座位数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B64866-E037-D4FF-1E87-1CF4338E8FE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77876" y="1037220"/>
            <a:ext cx="6729918" cy="51510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8000" tIns="36000" rIns="72000" bIns="36000" anchor="ctr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update_seats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m,n,s,seats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cnt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=0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tmp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=""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for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ch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in s: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if "0"&lt;=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ch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&lt;="9":  #ch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是数字字符</a:t>
            </a: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tmp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tmp+ch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else:  #ch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是字母</a:t>
            </a: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row=int(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tmp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)-1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col=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ord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ch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)-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ord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("A")</a:t>
            </a: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seats[row][col]=__________________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tmp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=""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for row in range(m):  #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遍历行号</a:t>
            </a: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for col in range(n):  #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遍历列号</a:t>
            </a:r>
          </a:p>
          <a:p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if seats[row][col]==0:</a:t>
            </a: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    __________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return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cnt,seats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B2C937E-0BF6-B1AA-453D-B8BE14A2E6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60"/>
          <a:stretch>
            <a:fillRect/>
          </a:stretch>
        </p:blipFill>
        <p:spPr>
          <a:xfrm>
            <a:off x="7704847" y="958523"/>
            <a:ext cx="3845269" cy="515101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EB9DC52-6DC8-9920-6E9A-5C0B8C3893C2}"/>
              </a:ext>
            </a:extLst>
          </p:cNvPr>
          <p:cNvSpPr txBox="1"/>
          <p:nvPr/>
        </p:nvSpPr>
        <p:spPr>
          <a:xfrm>
            <a:off x="2895118" y="5431555"/>
            <a:ext cx="1483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dirty="0" err="1">
                <a:solidFill>
                  <a:srgbClr val="C00000"/>
                </a:solidFill>
                <a:sym typeface="微软雅黑" panose="020B0503020204020204" pitchFamily="34" charset="-122"/>
              </a:rPr>
              <a:t>cnt</a:t>
            </a: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=cnt+1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CBC42D-3C86-1E86-04AE-BCFEA9E21EC3}"/>
              </a:ext>
            </a:extLst>
          </p:cNvPr>
          <p:cNvSpPr txBox="1"/>
          <p:nvPr/>
        </p:nvSpPr>
        <p:spPr>
          <a:xfrm>
            <a:off x="4599363" y="3794348"/>
            <a:ext cx="2575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1-seats[row][col]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AF07E4-2C26-7A62-A19E-483380EDD4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6353"/>
          <a:stretch>
            <a:fillRect/>
          </a:stretch>
        </p:blipFill>
        <p:spPr>
          <a:xfrm>
            <a:off x="7664094" y="3367245"/>
            <a:ext cx="3926774" cy="282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4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allAtOnce"/>
      <p:bldP spid="14" grpId="0" uiExpand="1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6BBE-6580-09CC-91A4-2A9FB2074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437A919F-129E-01E6-81E8-D346142BF1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319" b="37155"/>
          <a:stretch>
            <a:fillRect/>
          </a:stretch>
        </p:blipFill>
        <p:spPr>
          <a:xfrm>
            <a:off x="1023621" y="1709602"/>
            <a:ext cx="6123997" cy="26674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54AE8A7-EAD4-BB2F-4A8C-0E06D26608E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62840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活动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：统计未预约连座对数并推荐座位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66852B-0584-472C-8C36-369A0E22D16B}"/>
              </a:ext>
            </a:extLst>
          </p:cNvPr>
          <p:cNvSpPr txBox="1"/>
          <p:nvPr/>
        </p:nvSpPr>
        <p:spPr>
          <a:xfrm>
            <a:off x="696000" y="1342249"/>
            <a:ext cx="10800000" cy="481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①如何表示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相邻连座均未预约</a:t>
            </a:r>
            <a:r>
              <a:rPr lang="zh-CN" altLang="en-US" sz="2200" dirty="0">
                <a:sym typeface="微软雅黑" panose="020B0503020204020204" pitchFamily="34" charset="-122"/>
              </a:rPr>
              <a:t>？</a:t>
            </a:r>
            <a:endParaRPr lang="en-US" altLang="zh-CN" sz="2200" dirty="0">
              <a:sym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730287-468B-F88F-EB8E-B59042FFCBE6}"/>
              </a:ext>
            </a:extLst>
          </p:cNvPr>
          <p:cNvSpPr txBox="1"/>
          <p:nvPr/>
        </p:nvSpPr>
        <p:spPr>
          <a:xfrm>
            <a:off x="5060709" y="958523"/>
            <a:ext cx="2070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ym typeface="微软雅黑" panose="020B0503020204020204" pitchFamily="34" charset="-122"/>
              </a:rPr>
              <a:t>抽象与建模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AB4CEDA-ACF6-3AE3-F7B0-57F2800F9FC8}"/>
              </a:ext>
            </a:extLst>
          </p:cNvPr>
          <p:cNvGrpSpPr/>
          <p:nvPr/>
        </p:nvGrpSpPr>
        <p:grpSpPr>
          <a:xfrm>
            <a:off x="723383" y="2057538"/>
            <a:ext cx="3327173" cy="645125"/>
            <a:chOff x="2663948" y="2019996"/>
            <a:chExt cx="3327173" cy="64512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E50EC00-533E-EA0A-406C-1E230FEAA33C}"/>
                </a:ext>
              </a:extLst>
            </p:cNvPr>
            <p:cNvSpPr txBox="1"/>
            <p:nvPr/>
          </p:nvSpPr>
          <p:spPr>
            <a:xfrm>
              <a:off x="2663948" y="2019996"/>
              <a:ext cx="1739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 b="1" dirty="0">
                  <a:solidFill>
                    <a:schemeClr val="accent3">
                      <a:lumMod val="75000"/>
                    </a:schemeClr>
                  </a:solidFill>
                  <a:sym typeface="微软雅黑" panose="020B0503020204020204" pitchFamily="34" charset="-122"/>
                </a:rPr>
                <a:t>seats[0][0]</a:t>
              </a:r>
              <a:endParaRPr lang="zh-CN" altLang="en-US" sz="2000" b="1" dirty="0">
                <a:solidFill>
                  <a:schemeClr val="accent3">
                    <a:lumMod val="75000"/>
                  </a:schemeClr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3977F3-A343-C92D-EEEF-0CE1804FAA5C}"/>
                </a:ext>
              </a:extLst>
            </p:cNvPr>
            <p:cNvSpPr txBox="1"/>
            <p:nvPr/>
          </p:nvSpPr>
          <p:spPr>
            <a:xfrm>
              <a:off x="4403881" y="2019996"/>
              <a:ext cx="15872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 b="1" dirty="0">
                  <a:solidFill>
                    <a:schemeClr val="accent3">
                      <a:lumMod val="75000"/>
                    </a:schemeClr>
                  </a:solidFill>
                  <a:sym typeface="微软雅黑" panose="020B0503020204020204" pitchFamily="34" charset="-122"/>
                </a:rPr>
                <a:t>seats[0][1]</a:t>
              </a:r>
              <a:endParaRPr lang="zh-CN" altLang="en-US" sz="2000" b="1" dirty="0">
                <a:solidFill>
                  <a:schemeClr val="accent3">
                    <a:lumMod val="75000"/>
                  </a:schemeClr>
                </a:solidFill>
                <a:sym typeface="微软雅黑" panose="020B0503020204020204" pitchFamily="34" charset="-122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E4F71B8F-5FA5-14FD-2AEF-1E041D65BE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551" y="2404717"/>
              <a:ext cx="180217" cy="258885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48F73A1C-732B-5D4D-7710-FB5763E9C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3322" y="2406236"/>
              <a:ext cx="180217" cy="258885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ACB4232-7645-3480-7E4A-E1E4E0CD0EA8}"/>
              </a:ext>
            </a:extLst>
          </p:cNvPr>
          <p:cNvGrpSpPr/>
          <p:nvPr/>
        </p:nvGrpSpPr>
        <p:grpSpPr>
          <a:xfrm>
            <a:off x="4479394" y="2052919"/>
            <a:ext cx="3344854" cy="645305"/>
            <a:chOff x="6419959" y="2015377"/>
            <a:chExt cx="3344854" cy="64530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6279BAA-A548-BDBC-014D-4F3BC5D53737}"/>
                </a:ext>
              </a:extLst>
            </p:cNvPr>
            <p:cNvSpPr txBox="1"/>
            <p:nvPr/>
          </p:nvSpPr>
          <p:spPr>
            <a:xfrm>
              <a:off x="6419959" y="2015377"/>
              <a:ext cx="16626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 b="1" dirty="0">
                  <a:solidFill>
                    <a:srgbClr val="00B050"/>
                  </a:solidFill>
                  <a:sym typeface="微软雅黑" panose="020B0503020204020204" pitchFamily="34" charset="-122"/>
                </a:rPr>
                <a:t>seats[0][4]</a:t>
              </a:r>
              <a:endParaRPr lang="zh-CN" altLang="en-US" sz="2000" b="1" dirty="0">
                <a:solidFill>
                  <a:srgbClr val="00B050"/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048488A-0FDF-08D4-9909-21E2964BAC27}"/>
                </a:ext>
              </a:extLst>
            </p:cNvPr>
            <p:cNvSpPr txBox="1"/>
            <p:nvPr/>
          </p:nvSpPr>
          <p:spPr>
            <a:xfrm>
              <a:off x="8177573" y="2035385"/>
              <a:ext cx="15872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 b="1" dirty="0">
                  <a:solidFill>
                    <a:srgbClr val="00B050"/>
                  </a:solidFill>
                  <a:sym typeface="微软雅黑" panose="020B0503020204020204" pitchFamily="34" charset="-122"/>
                </a:rPr>
                <a:t>seats[0][5]</a:t>
              </a:r>
              <a:endParaRPr lang="zh-CN" altLang="en-US" sz="2000" b="1" dirty="0">
                <a:solidFill>
                  <a:srgbClr val="00B050"/>
                </a:solidFill>
                <a:sym typeface="微软雅黑" panose="020B0503020204020204" pitchFamily="34" charset="-122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B38F218C-2AE7-7096-D226-6C9096636B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01114" y="2400278"/>
              <a:ext cx="180217" cy="258885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9D44149B-85E0-B96E-A515-A95C0991A6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00885" y="2401797"/>
              <a:ext cx="180217" cy="258885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408B206-777E-7A03-C0C4-040C088A02A1}"/>
              </a:ext>
            </a:extLst>
          </p:cNvPr>
          <p:cNvGrpSpPr/>
          <p:nvPr/>
        </p:nvGrpSpPr>
        <p:grpSpPr>
          <a:xfrm>
            <a:off x="2567763" y="3969274"/>
            <a:ext cx="3367152" cy="619120"/>
            <a:chOff x="4508328" y="3931732"/>
            <a:chExt cx="3367152" cy="61912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CCA79EF-B382-B4E8-280A-CFAD3A6EA9F1}"/>
                </a:ext>
              </a:extLst>
            </p:cNvPr>
            <p:cNvSpPr txBox="1"/>
            <p:nvPr/>
          </p:nvSpPr>
          <p:spPr>
            <a:xfrm>
              <a:off x="4508328" y="4150742"/>
              <a:ext cx="15872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 b="1" dirty="0">
                  <a:solidFill>
                    <a:srgbClr val="5B9BD5"/>
                  </a:solidFill>
                  <a:sym typeface="微软雅黑" panose="020B0503020204020204" pitchFamily="34" charset="-122"/>
                </a:rPr>
                <a:t>seats[1][2]</a:t>
              </a:r>
              <a:endParaRPr lang="zh-CN" altLang="en-US" sz="2000" b="1" dirty="0">
                <a:solidFill>
                  <a:srgbClr val="5B9BD5"/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D540421-20B5-8430-F294-25E4EAC7E0CD}"/>
                </a:ext>
              </a:extLst>
            </p:cNvPr>
            <p:cNvSpPr txBox="1"/>
            <p:nvPr/>
          </p:nvSpPr>
          <p:spPr>
            <a:xfrm>
              <a:off x="6288239" y="4150742"/>
              <a:ext cx="15872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 b="1" dirty="0">
                  <a:solidFill>
                    <a:srgbClr val="5B9BD5"/>
                  </a:solidFill>
                  <a:sym typeface="微软雅黑" panose="020B0503020204020204" pitchFamily="34" charset="-122"/>
                </a:rPr>
                <a:t>seats[1][3]</a:t>
              </a:r>
              <a:endParaRPr lang="zh-CN" altLang="en-US" sz="2000" b="1" dirty="0">
                <a:solidFill>
                  <a:srgbClr val="5B9BD5"/>
                </a:solidFill>
                <a:sym typeface="微软雅黑" panose="020B0503020204020204" pitchFamily="34" charset="-122"/>
              </a:endParaRP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3B311EDA-0BB1-A5C9-CA4F-C440250E9E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1194" y="3931732"/>
              <a:ext cx="180217" cy="258885"/>
            </a:xfrm>
            <a:prstGeom prst="straightConnector1">
              <a:avLst/>
            </a:prstGeom>
            <a:ln w="28575">
              <a:solidFill>
                <a:srgbClr val="5B9BD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AA0FB07D-8842-B29C-60C3-91BCE916D96C}"/>
                </a:ext>
              </a:extLst>
            </p:cNvPr>
            <p:cNvCxnSpPr>
              <a:cxnSpLocks/>
            </p:cNvCxnSpPr>
            <p:nvPr/>
          </p:nvCxnSpPr>
          <p:spPr>
            <a:xfrm>
              <a:off x="6630965" y="3933251"/>
              <a:ext cx="180217" cy="258885"/>
            </a:xfrm>
            <a:prstGeom prst="straightConnector1">
              <a:avLst/>
            </a:prstGeom>
            <a:ln w="28575">
              <a:solidFill>
                <a:srgbClr val="5B9BD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1DFD450F-4135-AA19-BB6A-523034AB5765}"/>
              </a:ext>
            </a:extLst>
          </p:cNvPr>
          <p:cNvSpPr txBox="1"/>
          <p:nvPr/>
        </p:nvSpPr>
        <p:spPr>
          <a:xfrm>
            <a:off x="1031785" y="4645285"/>
            <a:ext cx="7925872" cy="481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思考：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每对连座</a:t>
            </a:r>
            <a:r>
              <a:rPr lang="zh-CN" altLang="en-US" sz="2200" dirty="0">
                <a:sym typeface="微软雅黑" panose="020B0503020204020204" pitchFamily="34" charset="-122"/>
              </a:rPr>
              <a:t>的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行（</a:t>
            </a:r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row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）列（</a:t>
            </a:r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col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）索引</a:t>
            </a:r>
            <a:r>
              <a:rPr lang="zh-CN" altLang="en-US" sz="2200" dirty="0">
                <a:sym typeface="微软雅黑" panose="020B0503020204020204" pitchFamily="34" charset="-122"/>
              </a:rPr>
              <a:t>的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数量关系</a:t>
            </a:r>
            <a:r>
              <a:rPr lang="zh-CN" altLang="en-US" sz="2200" dirty="0">
                <a:sym typeface="微软雅黑" panose="020B0503020204020204" pitchFamily="34" charset="-122"/>
              </a:rPr>
              <a:t>？</a:t>
            </a:r>
            <a:endParaRPr lang="en-US" altLang="zh-CN" sz="2200" dirty="0">
              <a:sym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F74CE1-BCC5-EFAB-B486-157E230CD7E6}"/>
              </a:ext>
            </a:extLst>
          </p:cNvPr>
          <p:cNvSpPr/>
          <p:nvPr/>
        </p:nvSpPr>
        <p:spPr>
          <a:xfrm>
            <a:off x="8465143" y="4713706"/>
            <a:ext cx="2520000" cy="43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rgbClr val="C00000"/>
                </a:solidFill>
              </a:rPr>
              <a:t>row</a:t>
            </a:r>
            <a:r>
              <a:rPr lang="zh-CN" altLang="en-US" sz="2200" b="1" dirty="0">
                <a:solidFill>
                  <a:srgbClr val="C00000"/>
                </a:solidFill>
              </a:rPr>
              <a:t>相同，</a:t>
            </a:r>
            <a:r>
              <a:rPr lang="en-US" altLang="zh-CN" sz="2200" b="1" dirty="0">
                <a:solidFill>
                  <a:srgbClr val="C00000"/>
                </a:solidFill>
              </a:rPr>
              <a:t>col</a:t>
            </a:r>
            <a:r>
              <a:rPr lang="zh-CN" altLang="en-US" sz="2200" b="1" dirty="0">
                <a:solidFill>
                  <a:srgbClr val="C00000"/>
                </a:solidFill>
              </a:rPr>
              <a:t>差</a:t>
            </a:r>
            <a:r>
              <a:rPr lang="en-US" altLang="zh-CN" sz="22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577891B-09C8-BF74-1C4D-7F33552D5E3E}"/>
              </a:ext>
            </a:extLst>
          </p:cNvPr>
          <p:cNvSpPr txBox="1"/>
          <p:nvPr/>
        </p:nvSpPr>
        <p:spPr>
          <a:xfrm>
            <a:off x="1031785" y="5140750"/>
            <a:ext cx="46007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左：</a:t>
            </a:r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seats[row][col] </a:t>
            </a:r>
            <a:r>
              <a:rPr lang="zh-CN" altLang="en-US" sz="2200" dirty="0">
                <a:sym typeface="微软雅黑" panose="020B0503020204020204" pitchFamily="34" charset="-122"/>
              </a:rPr>
              <a:t>和 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右：</a:t>
            </a:r>
            <a:endParaRPr lang="en-US" altLang="zh-CN" sz="22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E0461B8-10EB-B1FB-9F82-BFB066A91EFE}"/>
              </a:ext>
            </a:extLst>
          </p:cNvPr>
          <p:cNvSpPr txBox="1"/>
          <p:nvPr/>
        </p:nvSpPr>
        <p:spPr>
          <a:xfrm>
            <a:off x="5079697" y="5140750"/>
            <a:ext cx="31550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seats[row][col+1]</a:t>
            </a:r>
            <a:endParaRPr lang="zh-CN" altLang="en-US" sz="22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0BE9AC4-DD05-28AD-3FEA-068BC214C584}"/>
              </a:ext>
            </a:extLst>
          </p:cNvPr>
          <p:cNvGrpSpPr/>
          <p:nvPr/>
        </p:nvGrpSpPr>
        <p:grpSpPr>
          <a:xfrm>
            <a:off x="2960254" y="5564735"/>
            <a:ext cx="2680494" cy="721422"/>
            <a:chOff x="5823699" y="5554721"/>
            <a:chExt cx="2680494" cy="721422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A4C485D-BFB5-8764-D0A3-A32693BCF95C}"/>
                </a:ext>
              </a:extLst>
            </p:cNvPr>
            <p:cNvSpPr txBox="1"/>
            <p:nvPr/>
          </p:nvSpPr>
          <p:spPr>
            <a:xfrm>
              <a:off x="5823699" y="5795049"/>
              <a:ext cx="2680494" cy="481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sz="2200" dirty="0">
                  <a:sym typeface="微软雅黑" panose="020B0503020204020204" pitchFamily="34" charset="-122"/>
                </a:rPr>
                <a:t>②</a:t>
              </a:r>
              <a:r>
                <a:rPr lang="en-US" altLang="zh-CN" sz="2200" dirty="0">
                  <a:sym typeface="微软雅黑" panose="020B0503020204020204" pitchFamily="34" charset="-122"/>
                </a:rPr>
                <a:t>col</a:t>
              </a:r>
              <a:r>
                <a:rPr lang="zh-CN" altLang="en-US" sz="2200" dirty="0">
                  <a:sym typeface="微软雅黑" panose="020B0503020204020204" pitchFamily="34" charset="-122"/>
                </a:rPr>
                <a:t>取哪些值？</a:t>
              </a:r>
              <a:endParaRPr lang="en-US" altLang="zh-CN" sz="2200" dirty="0">
                <a:sym typeface="微软雅黑" panose="020B0503020204020204" pitchFamily="34" charset="-122"/>
              </a:endParaRPr>
            </a:p>
          </p:txBody>
        </p:sp>
        <p:sp>
          <p:nvSpPr>
            <p:cNvPr id="31" name="箭头: 右 30">
              <a:extLst>
                <a:ext uri="{FF2B5EF4-FFF2-40B4-BE49-F238E27FC236}">
                  <a16:creationId xmlns:a16="http://schemas.microsoft.com/office/drawing/2014/main" id="{8C4539D2-C707-1159-E1F4-39E534CA2910}"/>
                </a:ext>
              </a:extLst>
            </p:cNvPr>
            <p:cNvSpPr/>
            <p:nvPr/>
          </p:nvSpPr>
          <p:spPr>
            <a:xfrm rot="5400000">
              <a:off x="6316778" y="5599329"/>
              <a:ext cx="288000" cy="1987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BDB0AC7-FE50-5683-6D57-B0CAB25136BD}"/>
              </a:ext>
            </a:extLst>
          </p:cNvPr>
          <p:cNvSpPr txBox="1"/>
          <p:nvPr/>
        </p:nvSpPr>
        <p:spPr>
          <a:xfrm>
            <a:off x="5182114" y="5841314"/>
            <a:ext cx="25523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0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、</a:t>
            </a:r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2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、</a:t>
            </a:r>
            <a:r>
              <a:rPr lang="en-US" altLang="zh-CN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4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（偶数）</a:t>
            </a: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C7CB1842-561D-5AC8-7BE6-083D20D41297}"/>
              </a:ext>
            </a:extLst>
          </p:cNvPr>
          <p:cNvSpPr/>
          <p:nvPr/>
        </p:nvSpPr>
        <p:spPr>
          <a:xfrm>
            <a:off x="2071179" y="2391305"/>
            <a:ext cx="14400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>
            <a:extLst>
              <a:ext uri="{FF2B5EF4-FFF2-40B4-BE49-F238E27FC236}">
                <a16:creationId xmlns:a16="http://schemas.microsoft.com/office/drawing/2014/main" id="{01FD478A-FFA4-EA33-B28F-68D41827F76E}"/>
              </a:ext>
            </a:extLst>
          </p:cNvPr>
          <p:cNvSpPr/>
          <p:nvPr/>
        </p:nvSpPr>
        <p:spPr>
          <a:xfrm>
            <a:off x="3911929" y="4520723"/>
            <a:ext cx="14400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8A113E5A-BA81-0ECE-4970-64294360CEB3}"/>
              </a:ext>
            </a:extLst>
          </p:cNvPr>
          <p:cNvSpPr/>
          <p:nvPr/>
        </p:nvSpPr>
        <p:spPr>
          <a:xfrm>
            <a:off x="5819756" y="2392116"/>
            <a:ext cx="144000" cy="14400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2E2077A-75CD-0A0B-43E6-604D1FDC4FBD}"/>
              </a:ext>
            </a:extLst>
          </p:cNvPr>
          <p:cNvSpPr txBox="1"/>
          <p:nvPr/>
        </p:nvSpPr>
        <p:spPr>
          <a:xfrm>
            <a:off x="7229261" y="2935683"/>
            <a:ext cx="4458394" cy="9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③计数：</a:t>
            </a:r>
            <a:r>
              <a:rPr lang="en-US" altLang="zh-CN" sz="2200" dirty="0">
                <a:sym typeface="微软雅黑" panose="020B0503020204020204" pitchFamily="34" charset="-122"/>
              </a:rPr>
              <a:t>cnt2</a:t>
            </a:r>
            <a:r>
              <a:rPr lang="zh-CN" altLang="en-US" sz="2200" dirty="0">
                <a:sym typeface="微软雅黑" panose="020B0503020204020204" pitchFamily="34" charset="-122"/>
              </a:rPr>
              <a:t>（未预约连座对数）</a:t>
            </a: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200" dirty="0">
                <a:sym typeface="微软雅黑" panose="020B0503020204020204" pitchFamily="34" charset="-122"/>
              </a:rPr>
              <a:t>  </a:t>
            </a:r>
            <a:r>
              <a:rPr lang="zh-CN" altLang="en-US" sz="2200" dirty="0">
                <a:sym typeface="微软雅黑" panose="020B0503020204020204" pitchFamily="34" charset="-122"/>
              </a:rPr>
              <a:t>推荐连座座位：</a:t>
            </a:r>
            <a:r>
              <a:rPr lang="en-US" altLang="zh-CN" sz="2200" dirty="0" err="1">
                <a:sym typeface="微软雅黑" panose="020B0503020204020204" pitchFamily="34" charset="-122"/>
              </a:rPr>
              <a:t>lianzuo</a:t>
            </a:r>
            <a:r>
              <a:rPr lang="zh-CN" altLang="en-US" sz="2200" dirty="0">
                <a:sym typeface="微软雅黑" panose="020B0503020204020204" pitchFamily="34" charset="-122"/>
              </a:rPr>
              <a:t>列表</a:t>
            </a:r>
            <a:endParaRPr lang="en-US" altLang="zh-CN" sz="2200" dirty="0"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223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allAtOnce"/>
      <p:bldP spid="5" grpId="0"/>
      <p:bldP spid="19" grpId="0"/>
      <p:bldP spid="21" grpId="0" animBg="1"/>
      <p:bldP spid="25" grpId="0" uiExpand="1" build="allAtOnce"/>
      <p:bldP spid="29" grpId="0" uiExpand="1" build="allAtOnce"/>
      <p:bldP spid="12" grpId="0" uiExpand="1" build="allAtOnce"/>
      <p:bldP spid="13" grpId="0" animBg="1"/>
      <p:bldP spid="20" grpId="0" animBg="1"/>
      <p:bldP spid="23" grpId="0" animBg="1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595EE-C0DC-920C-F195-E6FEAC7C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EEB0BF-D120-321C-A85A-EA61D621E75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62840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活动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：统计未预约连座对数并推荐座位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8C3000-9C95-DC4C-85B5-08B8388A8FD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96000" y="1057752"/>
            <a:ext cx="10800000" cy="44156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44000" tIns="108000" bIns="1080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b="1" dirty="0">
                <a:latin typeface="Consolas" panose="020B0609020204030204" pitchFamily="49" charset="0"/>
                <a:ea typeface="微软雅黑" panose="020B0503020204020204" pitchFamily="34" charset="-122"/>
              </a:rPr>
              <a:t>主程序部分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m=10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  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为方便操作，将座位排数设为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n=6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  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列数</a:t>
            </a:r>
          </a:p>
          <a:p>
            <a:pPr>
              <a:lnSpc>
                <a:spcPct val="125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s=</a:t>
            </a:r>
            <a:r>
              <a:rPr lang="en-US" altLang="zh-CN" sz="2200" dirty="0">
                <a:solidFill>
                  <a:schemeClr val="tx1"/>
                </a:solidFill>
              </a:rPr>
              <a:t>"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1A2B1A2F3C4E2F</a:t>
            </a:r>
            <a:r>
              <a:rPr lang="en-US" altLang="zh-CN" sz="2200" dirty="0">
                <a:solidFill>
                  <a:schemeClr val="tx1"/>
                </a:solidFill>
              </a:rPr>
              <a:t>"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预约与取消预约操作示例字符串，实际根据学生操作生成</a:t>
            </a:r>
          </a:p>
          <a:p>
            <a:pPr>
              <a:lnSpc>
                <a:spcPct val="125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seats=[[0 for 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in range(n)] for j in range(m)]  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生成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m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行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列二维列表</a:t>
            </a:r>
          </a:p>
          <a:p>
            <a:pPr>
              <a:lnSpc>
                <a:spcPct val="125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cnt1,</a:t>
            </a:r>
            <a:r>
              <a:rPr lang="en-US" altLang="zh-CN" sz="22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seats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update_seats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m,n,s,seats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cnt2,lianzuo=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f_lianzuo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200" b="1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b="1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b="1" dirty="0" err="1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seats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  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未预约连座对数和推荐列表</a:t>
            </a:r>
          </a:p>
          <a:p>
            <a:pPr>
              <a:lnSpc>
                <a:spcPct val="125000"/>
              </a:lnSpc>
            </a:pPr>
            <a:r>
              <a:rPr lang="en-US" altLang="zh-CN" sz="2200" dirty="0"/>
              <a:t>print("</a:t>
            </a:r>
            <a:r>
              <a:rPr lang="zh-CN" altLang="zh-CN" sz="2200" dirty="0"/>
              <a:t>未预约座位总数：</a:t>
            </a:r>
            <a:r>
              <a:rPr lang="en-US" altLang="zh-CN" sz="2200" dirty="0"/>
              <a:t>",cnt1,"</a:t>
            </a:r>
            <a:r>
              <a:rPr lang="zh-CN" altLang="zh-CN" sz="2200" dirty="0"/>
              <a:t>个</a:t>
            </a:r>
            <a:r>
              <a:rPr lang="en-US" altLang="zh-CN" sz="2200" dirty="0"/>
              <a:t>")</a:t>
            </a:r>
            <a:endParaRPr lang="zh-CN" altLang="zh-CN" sz="2200" dirty="0"/>
          </a:p>
          <a:p>
            <a:pPr>
              <a:lnSpc>
                <a:spcPct val="125000"/>
              </a:lnSpc>
            </a:pPr>
            <a:r>
              <a:rPr lang="en-US" altLang="zh-CN" sz="2200" dirty="0"/>
              <a:t>print("</a:t>
            </a:r>
            <a:r>
              <a:rPr lang="zh-CN" altLang="zh-CN" sz="2200" dirty="0"/>
              <a:t>未预约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连座</a:t>
            </a:r>
            <a:r>
              <a:rPr lang="zh-CN" altLang="zh-CN" sz="2200" dirty="0"/>
              <a:t>对数：</a:t>
            </a:r>
            <a:r>
              <a:rPr lang="en-US" altLang="zh-CN" sz="2200" dirty="0"/>
              <a:t>",cnt2,"</a:t>
            </a:r>
            <a:r>
              <a:rPr lang="zh-CN" altLang="zh-CN" sz="2200" dirty="0"/>
              <a:t>对</a:t>
            </a:r>
            <a:r>
              <a:rPr lang="en-US" altLang="zh-CN" sz="2200" dirty="0"/>
              <a:t>")</a:t>
            </a:r>
            <a:endParaRPr lang="zh-CN" altLang="zh-CN" sz="2200" dirty="0"/>
          </a:p>
          <a:p>
            <a:pPr>
              <a:lnSpc>
                <a:spcPct val="125000"/>
              </a:lnSpc>
            </a:pPr>
            <a:r>
              <a:rPr lang="en-US" altLang="zh-CN" sz="2200" dirty="0"/>
              <a:t>print("</a:t>
            </a:r>
            <a:r>
              <a:rPr lang="zh-CN" altLang="zh-CN" sz="2200" dirty="0"/>
              <a:t>未预约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连座</a:t>
            </a:r>
            <a:r>
              <a:rPr lang="zh-CN" altLang="zh-CN" sz="2200" dirty="0"/>
              <a:t>推荐：</a:t>
            </a:r>
            <a:r>
              <a:rPr lang="en-US" altLang="zh-CN" sz="2200" dirty="0"/>
              <a:t>",</a:t>
            </a:r>
            <a:r>
              <a:rPr lang="en-US" altLang="zh-CN" sz="22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lianzuo</a:t>
            </a:r>
            <a:r>
              <a:rPr lang="en-US" altLang="zh-CN" sz="2200" dirty="0"/>
              <a:t>)</a:t>
            </a:r>
            <a:endParaRPr lang="en-US" altLang="zh-CN" sz="220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06EFA8-1750-6F7D-81D3-2851F5DEF590}"/>
              </a:ext>
            </a:extLst>
          </p:cNvPr>
          <p:cNvSpPr/>
          <p:nvPr/>
        </p:nvSpPr>
        <p:spPr>
          <a:xfrm>
            <a:off x="2756004" y="3708028"/>
            <a:ext cx="7081960" cy="4213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FF3F89-AE85-9687-D57F-71A48542A847}"/>
              </a:ext>
            </a:extLst>
          </p:cNvPr>
          <p:cNvSpPr/>
          <p:nvPr/>
        </p:nvSpPr>
        <p:spPr>
          <a:xfrm>
            <a:off x="6155447" y="4230402"/>
            <a:ext cx="1794886" cy="51648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自定义函数</a:t>
            </a:r>
          </a:p>
        </p:txBody>
      </p:sp>
    </p:spTree>
    <p:extLst>
      <p:ext uri="{BB962C8B-B14F-4D97-AF65-F5344CB8AC3E}">
        <p14:creationId xmlns:p14="http://schemas.microsoft.com/office/powerpoint/2010/main" val="196231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46548-4974-785A-29D1-40412F1C5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CEDEA63-C150-5D67-DC0E-1F4DC36C62B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62840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活动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：统计未预约连座对数并推荐座位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D496B9-D37D-0636-C3F5-C4EE8881382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29056" y="1037296"/>
            <a:ext cx="10533888" cy="33043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44000" tIns="36000" rIns="72000" bIns="36000" anchor="ctr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f_lianzuo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m,n,seats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):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cnt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=0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lst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=[]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for row in range(m):  #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遍历行号</a:t>
            </a: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for col in range(_______):  #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遍历列号（偶数）</a:t>
            </a:r>
          </a:p>
          <a:p>
            <a:pPr>
              <a:lnSpc>
                <a:spcPct val="125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if seats[row][col]==0 and _____________________: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cnt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=cnt+1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lst.append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(str(row+1)+chr(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col+ord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("A")))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           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lst.append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(str(row+1)+chr(col+1+ord("A")))</a:t>
            </a:r>
          </a:p>
          <a:p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return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cnt,lst</a:t>
            </a:r>
            <a:endParaRPr lang="en-US" altLang="zh-CN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AF32C7-CE0E-CECD-6BBF-7A8855FFD196}"/>
              </a:ext>
            </a:extLst>
          </p:cNvPr>
          <p:cNvSpPr txBox="1"/>
          <p:nvPr/>
        </p:nvSpPr>
        <p:spPr>
          <a:xfrm>
            <a:off x="6233834" y="2647050"/>
            <a:ext cx="2999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seats[row][col+1]==0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817DC0-05DA-13E4-5EB5-1918FD73A61F}"/>
              </a:ext>
            </a:extLst>
          </p:cNvPr>
          <p:cNvSpPr txBox="1"/>
          <p:nvPr/>
        </p:nvSpPr>
        <p:spPr>
          <a:xfrm>
            <a:off x="4495645" y="2281804"/>
            <a:ext cx="925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0,n,2</a:t>
            </a:r>
            <a:endParaRPr lang="zh-CN" altLang="en-US" sz="20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10823B8-F032-B59B-F7FA-3E7B8BDFB1CA}"/>
              </a:ext>
            </a:extLst>
          </p:cNvPr>
          <p:cNvSpPr txBox="1"/>
          <p:nvPr/>
        </p:nvSpPr>
        <p:spPr>
          <a:xfrm>
            <a:off x="829056" y="4443877"/>
            <a:ext cx="10340968" cy="9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200" dirty="0">
                <a:sym typeface="微软雅黑" panose="020B0503020204020204" pitchFamily="34" charset="-122"/>
              </a:rPr>
              <a:t>range(</a:t>
            </a:r>
            <a:r>
              <a:rPr lang="zh-CN" altLang="en-US" sz="2200" dirty="0">
                <a:sym typeface="微软雅黑" panose="020B0503020204020204" pitchFamily="34" charset="-122"/>
              </a:rPr>
              <a:t>起始值</a:t>
            </a:r>
            <a:r>
              <a:rPr lang="en-US" altLang="zh-CN" sz="2200" dirty="0">
                <a:sym typeface="微软雅黑" panose="020B0503020204020204" pitchFamily="34" charset="-122"/>
              </a:rPr>
              <a:t>,</a:t>
            </a:r>
            <a:r>
              <a:rPr lang="zh-CN" altLang="en-US" sz="2200" dirty="0">
                <a:sym typeface="微软雅黑" panose="020B0503020204020204" pitchFamily="34" charset="-122"/>
              </a:rPr>
              <a:t>终值</a:t>
            </a:r>
            <a:r>
              <a:rPr lang="en-US" altLang="zh-CN" sz="2200" dirty="0">
                <a:sym typeface="微软雅黑" panose="020B0503020204020204" pitchFamily="34" charset="-122"/>
              </a:rPr>
              <a:t>,</a:t>
            </a:r>
            <a:r>
              <a:rPr lang="zh-CN" altLang="en-US" sz="2200" dirty="0">
                <a:sym typeface="微软雅黑" panose="020B0503020204020204" pitchFamily="34" charset="-122"/>
              </a:rPr>
              <a:t>步长</a:t>
            </a:r>
            <a:r>
              <a:rPr lang="en-US" altLang="zh-CN" sz="2200" dirty="0">
                <a:sym typeface="微软雅黑" panose="020B0503020204020204" pitchFamily="34" charset="-122"/>
              </a:rPr>
              <a:t>)</a:t>
            </a:r>
            <a:r>
              <a:rPr lang="zh-CN" altLang="en-US" sz="2200" dirty="0">
                <a:sym typeface="微软雅黑" panose="020B0503020204020204" pitchFamily="34" charset="-122"/>
              </a:rPr>
              <a:t>：产生有序整数序列（终值取不到）</a:t>
            </a: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例：若</a:t>
            </a:r>
            <a:r>
              <a:rPr lang="en-US" altLang="zh-CN" sz="2200" dirty="0">
                <a:sym typeface="微软雅黑" panose="020B0503020204020204" pitchFamily="34" charset="-122"/>
              </a:rPr>
              <a:t>m=10</a:t>
            </a:r>
            <a:r>
              <a:rPr lang="zh-CN" altLang="en-US" sz="2200" dirty="0">
                <a:sym typeface="微软雅黑" panose="020B0503020204020204" pitchFamily="34" charset="-122"/>
              </a:rPr>
              <a:t>（行数），则</a:t>
            </a:r>
            <a:r>
              <a:rPr lang="en-US" altLang="zh-CN" sz="2200" dirty="0">
                <a:sym typeface="微软雅黑" panose="020B0503020204020204" pitchFamily="34" charset="-122"/>
              </a:rPr>
              <a:t>range(0,m,3)</a:t>
            </a:r>
            <a:r>
              <a:rPr lang="zh-CN" altLang="en-US" sz="2200" dirty="0">
                <a:sym typeface="微软雅黑" panose="020B0503020204020204" pitchFamily="34" charset="-122"/>
              </a:rPr>
              <a:t>产生的有序整数序列为</a:t>
            </a:r>
            <a:r>
              <a:rPr lang="en-US" altLang="zh-CN" sz="2200" dirty="0">
                <a:sym typeface="微软雅黑" panose="020B0503020204020204" pitchFamily="34" charset="-122"/>
              </a:rPr>
              <a:t>0</a:t>
            </a:r>
            <a:r>
              <a:rPr lang="zh-CN" altLang="en-US" sz="2200" dirty="0">
                <a:sym typeface="微软雅黑" panose="020B0503020204020204" pitchFamily="34" charset="-122"/>
              </a:rPr>
              <a:t>、</a:t>
            </a:r>
            <a:r>
              <a:rPr lang="en-US" altLang="zh-CN" sz="2200" dirty="0">
                <a:sym typeface="微软雅黑" panose="020B0503020204020204" pitchFamily="34" charset="-122"/>
              </a:rPr>
              <a:t>3</a:t>
            </a:r>
            <a:r>
              <a:rPr lang="zh-CN" altLang="en-US" sz="2200" dirty="0">
                <a:sym typeface="微软雅黑" panose="020B0503020204020204" pitchFamily="34" charset="-122"/>
              </a:rPr>
              <a:t>、</a:t>
            </a:r>
            <a:r>
              <a:rPr lang="en-US" altLang="zh-CN" sz="2200" dirty="0">
                <a:sym typeface="微软雅黑" panose="020B0503020204020204" pitchFamily="34" charset="-122"/>
              </a:rPr>
              <a:t>6</a:t>
            </a:r>
            <a:r>
              <a:rPr lang="zh-CN" altLang="en-US" sz="2200" dirty="0">
                <a:sym typeface="微软雅黑" panose="020B0503020204020204" pitchFamily="34" charset="-122"/>
              </a:rPr>
              <a:t>、</a:t>
            </a:r>
            <a:r>
              <a:rPr lang="en-US" altLang="zh-CN" sz="2200" dirty="0">
                <a:sym typeface="微软雅黑" panose="020B0503020204020204" pitchFamily="34" charset="-122"/>
              </a:rPr>
              <a:t>9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1C0AC0-24D0-510D-43C8-F63D17C828D2}"/>
              </a:ext>
            </a:extLst>
          </p:cNvPr>
          <p:cNvSpPr txBox="1"/>
          <p:nvPr/>
        </p:nvSpPr>
        <p:spPr>
          <a:xfrm>
            <a:off x="9292397" y="3170756"/>
            <a:ext cx="1715480" cy="516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400" b="1" dirty="0">
                <a:solidFill>
                  <a:srgbClr val="C00000"/>
                </a:solidFill>
                <a:sym typeface="微软雅黑" panose="020B0503020204020204" pitchFamily="34" charset="-122"/>
              </a:rPr>
              <a:t>其他写法？</a:t>
            </a:r>
            <a:endParaRPr lang="en-US" altLang="zh-CN" sz="24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773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allAtOnce"/>
      <p:bldP spid="8" grpId="0" uiExpand="1" build="allAtOnce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4AA3E-C620-AE36-C021-2B7C2C70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65E7FE5-9861-E0CF-9EB2-C3C61CC7BEC8}"/>
              </a:ext>
            </a:extLst>
          </p:cNvPr>
          <p:cNvSpPr txBox="1"/>
          <p:nvPr/>
        </p:nvSpPr>
        <p:spPr>
          <a:xfrm>
            <a:off x="696000" y="1342249"/>
            <a:ext cx="10800000" cy="4289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①如何计算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对面座位</a:t>
            </a:r>
            <a:r>
              <a:rPr lang="zh-CN" altLang="en-US" sz="2200" dirty="0">
                <a:sym typeface="微软雅黑" panose="020B0503020204020204" pitchFamily="34" charset="-122"/>
              </a:rPr>
              <a:t>与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相邻座位</a:t>
            </a:r>
            <a:r>
              <a:rPr lang="zh-CN" altLang="en-US" sz="2200" dirty="0">
                <a:sym typeface="微软雅黑" panose="020B0503020204020204" pitchFamily="34" charset="-122"/>
              </a:rPr>
              <a:t>的行列？</a:t>
            </a: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200" dirty="0">
                <a:sym typeface="微软雅黑" panose="020B0503020204020204" pitchFamily="34" charset="-122"/>
              </a:rPr>
              <a:t>  </a:t>
            </a:r>
            <a:r>
              <a:rPr lang="zh-CN" altLang="en-US" sz="2200" dirty="0">
                <a:sym typeface="微软雅黑" panose="020B0503020204020204" pitchFamily="34" charset="-122"/>
              </a:rPr>
              <a:t>提示：根据行（</a:t>
            </a:r>
            <a:r>
              <a:rPr lang="en-US" altLang="zh-CN" sz="2200" dirty="0">
                <a:sym typeface="微软雅黑" panose="020B0503020204020204" pitchFamily="34" charset="-122"/>
              </a:rPr>
              <a:t>row</a:t>
            </a:r>
            <a:r>
              <a:rPr lang="zh-CN" altLang="en-US" sz="2200" dirty="0">
                <a:sym typeface="微软雅黑" panose="020B0503020204020204" pitchFamily="34" charset="-122"/>
              </a:rPr>
              <a:t>）列（</a:t>
            </a:r>
            <a:r>
              <a:rPr lang="en-US" altLang="zh-CN" sz="2200" dirty="0">
                <a:sym typeface="微软雅黑" panose="020B0503020204020204" pitchFamily="34" charset="-122"/>
              </a:rPr>
              <a:t>col</a:t>
            </a:r>
            <a:r>
              <a:rPr lang="zh-CN" altLang="en-US" sz="2200" dirty="0">
                <a:sym typeface="微软雅黑" panose="020B0503020204020204" pitchFamily="34" charset="-122"/>
              </a:rPr>
              <a:t>）的</a:t>
            </a:r>
            <a:r>
              <a:rPr lang="zh-CN" altLang="en-US" sz="2200" b="1" dirty="0">
                <a:solidFill>
                  <a:srgbClr val="C00000"/>
                </a:solidFill>
                <a:sym typeface="微软雅黑" panose="020B0503020204020204" pitchFamily="34" charset="-122"/>
              </a:rPr>
              <a:t>奇偶情况</a:t>
            </a:r>
            <a:r>
              <a:rPr lang="zh-CN" altLang="en-US" sz="2200" dirty="0">
                <a:sym typeface="微软雅黑" panose="020B0503020204020204" pitchFamily="34" charset="-122"/>
              </a:rPr>
              <a:t>分类讨论</a:t>
            </a:r>
            <a:endParaRPr lang="en-US" altLang="zh-CN" sz="22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200" dirty="0">
                <a:sym typeface="微软雅黑" panose="020B0503020204020204" pitchFamily="34" charset="-122"/>
              </a:rPr>
              <a:t>②</a:t>
            </a:r>
            <a:r>
              <a:rPr lang="en-US" altLang="zh-CN" sz="2200" dirty="0" err="1">
                <a:sym typeface="微软雅黑" panose="020B0503020204020204" pitchFamily="34" charset="-122"/>
              </a:rPr>
              <a:t>chenjin</a:t>
            </a:r>
            <a:r>
              <a:rPr lang="zh-CN" altLang="en-US" sz="2200" dirty="0">
                <a:sym typeface="微软雅黑" panose="020B0503020204020204" pitchFamily="34" charset="-122"/>
              </a:rPr>
              <a:t>列表（推荐沉浸式专座）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CCCA485-6F56-6CCB-DE1B-7EA750E884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319" b="37155"/>
          <a:stretch>
            <a:fillRect/>
          </a:stretch>
        </p:blipFill>
        <p:spPr>
          <a:xfrm>
            <a:off x="2961778" y="1778464"/>
            <a:ext cx="6123997" cy="26674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35B7585-630F-EFE2-F584-1AE9CA4D3E9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386035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活动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：推荐沉浸式专座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2A99DD-3DBE-6955-74AB-99E02C276A38}"/>
              </a:ext>
            </a:extLst>
          </p:cNvPr>
          <p:cNvSpPr txBox="1"/>
          <p:nvPr/>
        </p:nvSpPr>
        <p:spPr>
          <a:xfrm>
            <a:off x="5060709" y="958523"/>
            <a:ext cx="2070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ym typeface="微软雅黑" panose="020B0503020204020204" pitchFamily="34" charset="-122"/>
              </a:rPr>
              <a:t>抽象与建模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C0A7ACC-CB02-C440-681A-8C7825D83D13}"/>
              </a:ext>
            </a:extLst>
          </p:cNvPr>
          <p:cNvGrpSpPr/>
          <p:nvPr/>
        </p:nvGrpSpPr>
        <p:grpSpPr>
          <a:xfrm>
            <a:off x="2663948" y="2119148"/>
            <a:ext cx="1739933" cy="643606"/>
            <a:chOff x="2663948" y="2019996"/>
            <a:chExt cx="1739933" cy="64360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86C6D92-915C-F7B7-A519-8AD0DFF41824}"/>
                </a:ext>
              </a:extLst>
            </p:cNvPr>
            <p:cNvSpPr txBox="1"/>
            <p:nvPr/>
          </p:nvSpPr>
          <p:spPr>
            <a:xfrm>
              <a:off x="2663948" y="2019996"/>
              <a:ext cx="1739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 b="1" dirty="0">
                  <a:solidFill>
                    <a:schemeClr val="accent3">
                      <a:lumMod val="75000"/>
                    </a:schemeClr>
                  </a:solidFill>
                  <a:sym typeface="微软雅黑" panose="020B0503020204020204" pitchFamily="34" charset="-122"/>
                </a:rPr>
                <a:t>seats[0][0]</a:t>
              </a:r>
              <a:endParaRPr lang="zh-CN" altLang="en-US" sz="2000" b="1" dirty="0">
                <a:solidFill>
                  <a:schemeClr val="accent3">
                    <a:lumMod val="75000"/>
                  </a:schemeClr>
                </a:solidFill>
                <a:sym typeface="微软雅黑" panose="020B0503020204020204" pitchFamily="34" charset="-122"/>
              </a:endParaRP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6229C96A-D157-A544-F567-C3D6EFF130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3551" y="2404717"/>
              <a:ext cx="180217" cy="258885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DD7F141-0DFB-57B6-BCE9-A8E07D2A7C62}"/>
              </a:ext>
            </a:extLst>
          </p:cNvPr>
          <p:cNvGrpSpPr/>
          <p:nvPr/>
        </p:nvGrpSpPr>
        <p:grpSpPr>
          <a:xfrm>
            <a:off x="4403881" y="2119148"/>
            <a:ext cx="1587240" cy="645125"/>
            <a:chOff x="4403881" y="2019996"/>
            <a:chExt cx="1587240" cy="64512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2D9B141-15CD-82B0-54F2-76085DEBF4C7}"/>
                </a:ext>
              </a:extLst>
            </p:cNvPr>
            <p:cNvSpPr txBox="1"/>
            <p:nvPr/>
          </p:nvSpPr>
          <p:spPr>
            <a:xfrm>
              <a:off x="4403881" y="2019996"/>
              <a:ext cx="15872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 b="1" dirty="0">
                  <a:solidFill>
                    <a:srgbClr val="00B050"/>
                  </a:solidFill>
                  <a:sym typeface="微软雅黑" panose="020B0503020204020204" pitchFamily="34" charset="-122"/>
                </a:rPr>
                <a:t>seats[0][1]</a:t>
              </a:r>
              <a:endParaRPr lang="zh-CN" altLang="en-US" sz="2000" b="1" dirty="0">
                <a:solidFill>
                  <a:srgbClr val="00B050"/>
                </a:solidFill>
                <a:sym typeface="微软雅黑" panose="020B0503020204020204" pitchFamily="34" charset="-122"/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17AE8374-A5CF-882A-706F-29399B2D56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3322" y="2406236"/>
              <a:ext cx="180217" cy="258885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3A2DB54-FDD3-6E1D-CAFB-0F930101B261}"/>
              </a:ext>
            </a:extLst>
          </p:cNvPr>
          <p:cNvGrpSpPr/>
          <p:nvPr/>
        </p:nvGrpSpPr>
        <p:grpSpPr>
          <a:xfrm>
            <a:off x="2623969" y="4024897"/>
            <a:ext cx="1587241" cy="619120"/>
            <a:chOff x="2623969" y="3925745"/>
            <a:chExt cx="1587241" cy="619120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3ADF9E-456A-5B4E-0812-3B4BFD19A076}"/>
                </a:ext>
              </a:extLst>
            </p:cNvPr>
            <p:cNvSpPr txBox="1"/>
            <p:nvPr/>
          </p:nvSpPr>
          <p:spPr>
            <a:xfrm>
              <a:off x="2623969" y="4144755"/>
              <a:ext cx="15872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 b="1" dirty="0">
                  <a:solidFill>
                    <a:srgbClr val="5B9BD5"/>
                  </a:solidFill>
                  <a:sym typeface="微软雅黑" panose="020B0503020204020204" pitchFamily="34" charset="-122"/>
                </a:rPr>
                <a:t>seats[1][0]</a:t>
              </a:r>
              <a:endParaRPr lang="zh-CN" altLang="en-US" sz="2000" b="1" dirty="0">
                <a:solidFill>
                  <a:srgbClr val="5B9BD5"/>
                </a:solidFill>
                <a:sym typeface="微软雅黑" panose="020B0503020204020204" pitchFamily="34" charset="-122"/>
              </a:endParaRPr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94776F2F-EF53-D368-8354-8F31A9E94E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6835" y="3925745"/>
              <a:ext cx="180217" cy="258885"/>
            </a:xfrm>
            <a:prstGeom prst="straightConnector1">
              <a:avLst/>
            </a:prstGeom>
            <a:ln w="28575">
              <a:solidFill>
                <a:srgbClr val="5B9BD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46754E9-7150-4591-20A2-4B18F2D3FACC}"/>
              </a:ext>
            </a:extLst>
          </p:cNvPr>
          <p:cNvGrpSpPr/>
          <p:nvPr/>
        </p:nvGrpSpPr>
        <p:grpSpPr>
          <a:xfrm>
            <a:off x="4403880" y="4026416"/>
            <a:ext cx="1587241" cy="617601"/>
            <a:chOff x="4403880" y="3927264"/>
            <a:chExt cx="1587241" cy="617601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2346AAD-10A0-E7EB-4BBE-771A4859D345}"/>
                </a:ext>
              </a:extLst>
            </p:cNvPr>
            <p:cNvSpPr txBox="1"/>
            <p:nvPr/>
          </p:nvSpPr>
          <p:spPr>
            <a:xfrm>
              <a:off x="4403880" y="4144755"/>
              <a:ext cx="15872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 b="1" dirty="0">
                  <a:solidFill>
                    <a:srgbClr val="7030A0"/>
                  </a:solidFill>
                  <a:sym typeface="微软雅黑" panose="020B0503020204020204" pitchFamily="34" charset="-122"/>
                </a:rPr>
                <a:t>seats[1][1]</a:t>
              </a:r>
              <a:endParaRPr lang="zh-CN" altLang="en-US" sz="2000" b="1" dirty="0">
                <a:solidFill>
                  <a:srgbClr val="7030A0"/>
                </a:solidFill>
                <a:sym typeface="微软雅黑" panose="020B0503020204020204" pitchFamily="34" charset="-122"/>
              </a:endParaRP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E76A2401-9366-091A-523B-201556B7A136}"/>
                </a:ext>
              </a:extLst>
            </p:cNvPr>
            <p:cNvCxnSpPr>
              <a:cxnSpLocks/>
            </p:cNvCxnSpPr>
            <p:nvPr/>
          </p:nvCxnSpPr>
          <p:spPr>
            <a:xfrm>
              <a:off x="4746606" y="3927264"/>
              <a:ext cx="180217" cy="258885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908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DAC47-C749-329D-DBBD-8BA54932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1A20BD5-3F84-D146-1030-B841F034ECD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386035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活动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：推荐沉浸式专座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6A0E16-3558-0015-1186-F19FDF32CDF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96000" y="1047515"/>
            <a:ext cx="10800000" cy="52619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44000" tIns="108000" bIns="108000" anchor="ctr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b="1" dirty="0">
                <a:latin typeface="Consolas" panose="020B0609020204030204" pitchFamily="49" charset="0"/>
                <a:ea typeface="微软雅黑" panose="020B0503020204020204" pitchFamily="34" charset="-122"/>
              </a:rPr>
              <a:t>主程序部分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m=10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  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为方便操作，将座位排数设为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n=6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  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列数</a:t>
            </a:r>
          </a:p>
          <a:p>
            <a:pPr>
              <a:lnSpc>
                <a:spcPct val="125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s=</a:t>
            </a:r>
            <a:r>
              <a:rPr lang="en-US" altLang="zh-CN" sz="2200" dirty="0">
                <a:solidFill>
                  <a:schemeClr val="tx1"/>
                </a:solidFill>
              </a:rPr>
              <a:t>"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1A2B1A2F3C4E2F</a:t>
            </a:r>
            <a:r>
              <a:rPr lang="en-US" altLang="zh-CN" sz="2200" dirty="0">
                <a:solidFill>
                  <a:schemeClr val="tx1"/>
                </a:solidFill>
              </a:rPr>
              <a:t>"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预约与取消预约操作示例字符串，实际根据学生操作生成</a:t>
            </a:r>
          </a:p>
          <a:p>
            <a:pPr>
              <a:lnSpc>
                <a:spcPct val="125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seats=[[0 for 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in range(n)] for j in range(m)]  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生成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m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行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列二维列表</a:t>
            </a:r>
          </a:p>
          <a:p>
            <a:pPr>
              <a:lnSpc>
                <a:spcPct val="125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cnt1,</a:t>
            </a:r>
            <a:r>
              <a:rPr lang="en-US" altLang="zh-CN" sz="22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seats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update_seats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m,n,s,seats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cnt2,lianzuo=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f_lianzuo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m,n,seats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  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未预约连座对数和推荐列表</a:t>
            </a:r>
            <a:endParaRPr lang="en-US" altLang="zh-CN" sz="22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chenjin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f_chenjin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2200" b="1" dirty="0" err="1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b="1" dirty="0" err="1">
                <a:solidFill>
                  <a:srgbClr val="FFC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</a:t>
            </a:r>
            <a:r>
              <a:rPr lang="en-US" altLang="zh-CN" sz="2200" dirty="0" err="1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</a:t>
            </a:r>
            <a:r>
              <a:rPr lang="en-US" altLang="zh-CN" sz="2200" b="1" dirty="0" err="1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seats</a:t>
            </a:r>
            <a:r>
              <a:rPr lang="en-US" altLang="zh-CN" sz="22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  </a:t>
            </a:r>
            <a:r>
              <a:rPr lang="en-US" altLang="zh-CN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#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未预约沉浸式学习专座列表</a:t>
            </a:r>
          </a:p>
          <a:p>
            <a:pPr>
              <a:lnSpc>
                <a:spcPct val="125000"/>
              </a:lnSpc>
            </a:pPr>
            <a:r>
              <a:rPr lang="en-US" altLang="zh-CN" sz="2200" dirty="0"/>
              <a:t>print("</a:t>
            </a:r>
            <a:r>
              <a:rPr lang="zh-CN" altLang="zh-CN" sz="2200" dirty="0"/>
              <a:t>未预约座位总数：</a:t>
            </a:r>
            <a:r>
              <a:rPr lang="en-US" altLang="zh-CN" sz="2200" dirty="0"/>
              <a:t>",cnt1,"</a:t>
            </a:r>
            <a:r>
              <a:rPr lang="zh-CN" altLang="zh-CN" sz="2200" dirty="0"/>
              <a:t>个</a:t>
            </a:r>
            <a:r>
              <a:rPr lang="en-US" altLang="zh-CN" sz="2200" dirty="0"/>
              <a:t>")</a:t>
            </a:r>
            <a:endParaRPr lang="zh-CN" altLang="zh-CN" sz="2200" dirty="0"/>
          </a:p>
          <a:p>
            <a:pPr>
              <a:lnSpc>
                <a:spcPct val="125000"/>
              </a:lnSpc>
            </a:pPr>
            <a:r>
              <a:rPr lang="en-US" altLang="zh-CN" sz="2200" dirty="0"/>
              <a:t>print("</a:t>
            </a:r>
            <a:r>
              <a:rPr lang="zh-CN" altLang="zh-CN" sz="2200" dirty="0"/>
              <a:t>未预约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连座</a:t>
            </a:r>
            <a:r>
              <a:rPr lang="zh-CN" altLang="zh-CN" sz="2200" dirty="0"/>
              <a:t>对数：</a:t>
            </a:r>
            <a:r>
              <a:rPr lang="en-US" altLang="zh-CN" sz="2200" dirty="0"/>
              <a:t>",cnt2,"</a:t>
            </a:r>
            <a:r>
              <a:rPr lang="zh-CN" altLang="zh-CN" sz="2200" dirty="0"/>
              <a:t>对</a:t>
            </a:r>
            <a:r>
              <a:rPr lang="en-US" altLang="zh-CN" sz="2200" dirty="0"/>
              <a:t>")</a:t>
            </a:r>
            <a:endParaRPr lang="zh-CN" altLang="zh-CN" sz="2200" dirty="0"/>
          </a:p>
          <a:p>
            <a:pPr>
              <a:lnSpc>
                <a:spcPct val="125000"/>
              </a:lnSpc>
            </a:pPr>
            <a:r>
              <a:rPr lang="en-US" altLang="zh-CN" sz="2200" dirty="0"/>
              <a:t>print("</a:t>
            </a:r>
            <a:r>
              <a:rPr lang="zh-CN" altLang="zh-CN" sz="2200" dirty="0"/>
              <a:t>未预约</a:t>
            </a:r>
            <a:r>
              <a:rPr lang="zh-CN" altLang="en-US" sz="2200" dirty="0">
                <a:latin typeface="Consolas" panose="020B0609020204030204" pitchFamily="49" charset="0"/>
                <a:ea typeface="微软雅黑" panose="020B0503020204020204" pitchFamily="34" charset="-122"/>
              </a:rPr>
              <a:t>连座</a:t>
            </a:r>
            <a:r>
              <a:rPr lang="zh-CN" altLang="zh-CN" sz="2200" dirty="0"/>
              <a:t>推荐：</a:t>
            </a:r>
            <a:r>
              <a:rPr lang="en-US" altLang="zh-CN" sz="2200" dirty="0"/>
              <a:t>",</a:t>
            </a:r>
            <a:r>
              <a:rPr lang="en-US" altLang="zh-CN" sz="22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lianzuo</a:t>
            </a:r>
            <a:r>
              <a:rPr lang="en-US" altLang="zh-CN" sz="2200" dirty="0"/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dirty="0"/>
              <a:t>print("</a:t>
            </a:r>
            <a:r>
              <a:rPr lang="zh-CN" altLang="zh-CN" sz="2200" dirty="0"/>
              <a:t>沉浸式专座推荐：</a:t>
            </a:r>
            <a:r>
              <a:rPr lang="en-US" altLang="zh-CN" sz="2200" dirty="0"/>
              <a:t>",</a:t>
            </a:r>
            <a:r>
              <a:rPr lang="en-US" altLang="zh-CN" sz="2200" dirty="0" err="1"/>
              <a:t>chenjin</a:t>
            </a:r>
            <a:r>
              <a:rPr lang="en-US" altLang="zh-CN" sz="2200" dirty="0"/>
              <a:t>)</a:t>
            </a:r>
            <a:endParaRPr lang="zh-CN" altLang="zh-CN" sz="2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3CE1C4-A13B-9CC1-28AE-4DEBD8640769}"/>
              </a:ext>
            </a:extLst>
          </p:cNvPr>
          <p:cNvSpPr/>
          <p:nvPr/>
        </p:nvSpPr>
        <p:spPr>
          <a:xfrm>
            <a:off x="1998920" y="4116627"/>
            <a:ext cx="7081960" cy="4213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088F82-18D1-7A8D-2C8C-B307B65CDC3C}"/>
              </a:ext>
            </a:extLst>
          </p:cNvPr>
          <p:cNvSpPr/>
          <p:nvPr/>
        </p:nvSpPr>
        <p:spPr>
          <a:xfrm>
            <a:off x="6715885" y="4651744"/>
            <a:ext cx="1794886" cy="51648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自定义函数</a:t>
            </a:r>
          </a:p>
        </p:txBody>
      </p:sp>
    </p:spTree>
    <p:extLst>
      <p:ext uri="{BB962C8B-B14F-4D97-AF65-F5344CB8AC3E}">
        <p14:creationId xmlns:p14="http://schemas.microsoft.com/office/powerpoint/2010/main" val="420280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D4AF-8054-5AC0-1D5F-6BD012F5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578299-AD9C-34E4-CFEC-165820BEA72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386035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活动</a:t>
            </a:r>
            <a:r>
              <a:rPr lang="en-US" altLang="zh-CN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：推荐沉浸式专座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A72C0E-20AD-5666-60EE-2A02567166B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29056" y="1003762"/>
            <a:ext cx="10533888" cy="51510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44000" tIns="36000" rIns="72000" bIns="36000" anchor="ctr">
            <a:spAutoFit/>
          </a:bodyPr>
          <a:lstStyle/>
          <a:p>
            <a:r>
              <a:rPr lang="en-US" altLang="zh-CN" sz="2000" dirty="0"/>
              <a:t>def </a:t>
            </a:r>
            <a:r>
              <a:rPr lang="en-US" altLang="zh-CN" sz="2000" b="1" dirty="0" err="1">
                <a:solidFill>
                  <a:srgbClr val="C00000"/>
                </a:solidFill>
              </a:rPr>
              <a:t>f_chenjin</a:t>
            </a:r>
            <a:r>
              <a:rPr lang="en-US" altLang="zh-CN" sz="2000" b="1" dirty="0">
                <a:solidFill>
                  <a:srgbClr val="C00000"/>
                </a:solidFill>
              </a:rPr>
              <a:t>(</a:t>
            </a:r>
            <a:r>
              <a:rPr lang="en-US" altLang="zh-CN" sz="2000" b="1" dirty="0" err="1">
                <a:solidFill>
                  <a:srgbClr val="C00000"/>
                </a:solidFill>
              </a:rPr>
              <a:t>m,n,seats</a:t>
            </a:r>
            <a:r>
              <a:rPr lang="en-US" altLang="zh-CN" sz="2000" b="1" dirty="0">
                <a:solidFill>
                  <a:srgbClr val="C00000"/>
                </a:solidFill>
              </a:rPr>
              <a:t>)</a:t>
            </a:r>
            <a:r>
              <a:rPr lang="en-US" altLang="zh-CN" sz="2000" dirty="0">
                <a:solidFill>
                  <a:schemeClr val="tx1"/>
                </a:solidFill>
              </a:rPr>
              <a:t>:</a:t>
            </a:r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lst</a:t>
            </a:r>
            <a:r>
              <a:rPr lang="en-US" altLang="zh-CN" sz="2000" dirty="0"/>
              <a:t>=[]</a:t>
            </a:r>
          </a:p>
          <a:p>
            <a:r>
              <a:rPr lang="en-US" altLang="zh-CN" sz="2000" dirty="0"/>
              <a:t>    for row in range(m):  #</a:t>
            </a:r>
            <a:r>
              <a:rPr lang="zh-CN" altLang="en-US" sz="2000" dirty="0"/>
              <a:t>遍历行号</a:t>
            </a:r>
          </a:p>
          <a:p>
            <a:r>
              <a:rPr lang="zh-CN" altLang="en-US" sz="2000" dirty="0"/>
              <a:t>        </a:t>
            </a:r>
            <a:r>
              <a:rPr lang="en-US" altLang="zh-CN" sz="2000" dirty="0"/>
              <a:t>for col in range(n):  #</a:t>
            </a:r>
            <a:r>
              <a:rPr lang="zh-CN" altLang="en-US" sz="2000" dirty="0"/>
              <a:t>遍历列号</a:t>
            </a:r>
          </a:p>
          <a:p>
            <a:r>
              <a:rPr lang="zh-CN" altLang="en-US" sz="2000" dirty="0"/>
              <a:t>            </a:t>
            </a:r>
            <a:r>
              <a:rPr lang="en-US" altLang="zh-CN" sz="2000" dirty="0"/>
              <a:t>if seats[row][col]==0:</a:t>
            </a:r>
          </a:p>
          <a:p>
            <a:r>
              <a:rPr lang="en-US" altLang="zh-CN" sz="2000" dirty="0"/>
              <a:t>                if row%2==0:</a:t>
            </a:r>
          </a:p>
          <a:p>
            <a:pPr>
              <a:lnSpc>
                <a:spcPct val="125000"/>
              </a:lnSpc>
            </a:pPr>
            <a:r>
              <a:rPr lang="en-US" altLang="zh-CN" sz="2000" dirty="0"/>
              <a:t>                    ______________</a:t>
            </a:r>
          </a:p>
          <a:p>
            <a:r>
              <a:rPr lang="en-US" altLang="zh-CN" sz="2000" dirty="0"/>
              <a:t>                else:</a:t>
            </a:r>
          </a:p>
          <a:p>
            <a:r>
              <a:rPr lang="en-US" altLang="zh-CN" sz="2000" dirty="0"/>
              <a:t>                    </a:t>
            </a:r>
            <a:r>
              <a:rPr lang="en-US" altLang="zh-CN" sz="2000" dirty="0" err="1"/>
              <a:t>opp_row</a:t>
            </a:r>
            <a:r>
              <a:rPr lang="en-US" altLang="zh-CN" sz="2000" dirty="0"/>
              <a:t>=</a:t>
            </a:r>
            <a:r>
              <a:rPr lang="en-US" altLang="zh-CN" sz="2000"/>
              <a:t>row-1  #</a:t>
            </a:r>
            <a:r>
              <a:rPr lang="zh-CN" altLang="en-US" sz="2000"/>
              <a:t>对面座位的行</a:t>
            </a:r>
            <a:endParaRPr lang="en-US" altLang="zh-CN" sz="2000"/>
          </a:p>
          <a:p>
            <a:r>
              <a:rPr lang="en-US" altLang="zh-CN" sz="2000"/>
              <a:t>                if col%2==0:</a:t>
            </a:r>
          </a:p>
          <a:p>
            <a:r>
              <a:rPr lang="en-US" altLang="zh-CN" sz="2000"/>
              <a:t>                    </a:t>
            </a:r>
            <a:r>
              <a:rPr lang="en-US" altLang="zh-CN" sz="2000" dirty="0" err="1"/>
              <a:t>nei_col</a:t>
            </a:r>
            <a:r>
              <a:rPr lang="en-US" altLang="zh-CN" sz="2000" dirty="0"/>
              <a:t>=col+</a:t>
            </a:r>
            <a:r>
              <a:rPr lang="en-US" altLang="zh-CN" sz="2000"/>
              <a:t>1  #</a:t>
            </a:r>
            <a:r>
              <a:rPr lang="zh-CN" altLang="en-US" sz="2000"/>
              <a:t>相邻座位的列 </a:t>
            </a:r>
            <a:endParaRPr lang="en-US" altLang="zh-CN" sz="2000" dirty="0"/>
          </a:p>
          <a:p>
            <a:r>
              <a:rPr lang="en-US" altLang="zh-CN" sz="2000" dirty="0"/>
              <a:t>                else:</a:t>
            </a:r>
          </a:p>
          <a:p>
            <a:pPr>
              <a:lnSpc>
                <a:spcPct val="125000"/>
              </a:lnSpc>
            </a:pPr>
            <a:r>
              <a:rPr lang="en-US" altLang="zh-CN" sz="2000" dirty="0"/>
              <a:t>                    ______________</a:t>
            </a:r>
          </a:p>
          <a:p>
            <a:r>
              <a:rPr lang="en-US" altLang="zh-CN" sz="2000" dirty="0"/>
              <a:t>                </a:t>
            </a:r>
            <a:r>
              <a:rPr lang="en-US" altLang="zh-CN" sz="2000"/>
              <a:t>if seats[opp_row][col]==0 and seats</a:t>
            </a:r>
            <a:r>
              <a:rPr lang="en-US" altLang="zh-CN" sz="2000" dirty="0"/>
              <a:t>[row][</a:t>
            </a:r>
            <a:r>
              <a:rPr lang="en-US" altLang="zh-CN" sz="2000" dirty="0" err="1"/>
              <a:t>nei_col</a:t>
            </a:r>
            <a:r>
              <a:rPr lang="en-US" altLang="zh-CN" sz="2000" dirty="0"/>
              <a:t>]==0:</a:t>
            </a:r>
          </a:p>
          <a:p>
            <a:r>
              <a:rPr lang="en-US" altLang="zh-CN" sz="2000" dirty="0"/>
              <a:t>                    </a:t>
            </a:r>
            <a:r>
              <a:rPr lang="en-US" altLang="zh-CN" sz="2000" dirty="0" err="1"/>
              <a:t>lst.append</a:t>
            </a:r>
            <a:r>
              <a:rPr lang="en-US" altLang="zh-CN" sz="2000" dirty="0"/>
              <a:t>(str(row+1)+chr(</a:t>
            </a:r>
            <a:r>
              <a:rPr lang="en-US" altLang="zh-CN" sz="2000" dirty="0" err="1"/>
              <a:t>col+ord</a:t>
            </a:r>
            <a:r>
              <a:rPr lang="en-US" altLang="zh-CN" sz="2000" dirty="0"/>
              <a:t>("A")))</a:t>
            </a:r>
          </a:p>
          <a:p>
            <a:r>
              <a:rPr lang="en-US" altLang="zh-CN" sz="2000" dirty="0"/>
              <a:t>    return </a:t>
            </a:r>
            <a:r>
              <a:rPr lang="en-US" altLang="zh-CN" sz="2000" dirty="0" err="1"/>
              <a:t>lst</a:t>
            </a:r>
            <a:endParaRPr lang="en-US" altLang="zh-CN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50E0DA-046E-8CF7-E99B-D3F2EFF451AE}"/>
              </a:ext>
            </a:extLst>
          </p:cNvPr>
          <p:cNvSpPr txBox="1"/>
          <p:nvPr/>
        </p:nvSpPr>
        <p:spPr>
          <a:xfrm>
            <a:off x="3722395" y="2840048"/>
            <a:ext cx="2036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dirty="0" err="1">
                <a:solidFill>
                  <a:srgbClr val="C00000"/>
                </a:solidFill>
                <a:sym typeface="微软雅黑" panose="020B0503020204020204" pitchFamily="34" charset="-122"/>
              </a:rPr>
              <a:t>opp_row</a:t>
            </a: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=row+1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D75787-3B6A-4F2B-3DA5-CDAB82330148}"/>
              </a:ext>
            </a:extLst>
          </p:cNvPr>
          <p:cNvSpPr txBox="1"/>
          <p:nvPr/>
        </p:nvSpPr>
        <p:spPr>
          <a:xfrm>
            <a:off x="3722394" y="4730124"/>
            <a:ext cx="2036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dirty="0" err="1">
                <a:solidFill>
                  <a:srgbClr val="C00000"/>
                </a:solidFill>
                <a:sym typeface="微软雅黑" panose="020B0503020204020204" pitchFamily="34" charset="-122"/>
              </a:rPr>
              <a:t>nei_col</a:t>
            </a:r>
            <a:r>
              <a:rPr lang="en-US" altLang="zh-CN" sz="2000" b="1" dirty="0">
                <a:solidFill>
                  <a:srgbClr val="C00000"/>
                </a:solidFill>
                <a:sym typeface="微软雅黑" panose="020B0503020204020204" pitchFamily="34" charset="-122"/>
              </a:rPr>
              <a:t>=col-1</a:t>
            </a:r>
          </a:p>
        </p:txBody>
      </p:sp>
    </p:spTree>
    <p:extLst>
      <p:ext uri="{BB962C8B-B14F-4D97-AF65-F5344CB8AC3E}">
        <p14:creationId xmlns:p14="http://schemas.microsoft.com/office/powerpoint/2010/main" val="1605458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uiExpand="1" build="allAtOnce"/>
      <p:bldP spid="6" grpId="0" uiExpand="1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41438-00D8-190A-46D2-ED06F7C40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3CA05BC-9894-6977-DB02-260EBECEEC5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学习评价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BC27691-E9DF-4019-DC55-ED3A8B6FD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013" y="1007507"/>
            <a:ext cx="9729973" cy="544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74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DF7AD-B15F-9FC5-76D3-C6BE72FF2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86198C0-6C1D-A064-324C-412C3DA2854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59364" y="450692"/>
            <a:ext cx="8771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7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总结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A3E55A-C2D2-3AF5-7268-8280B89AF938}"/>
              </a:ext>
            </a:extLst>
          </p:cNvPr>
          <p:cNvSpPr txBox="1"/>
          <p:nvPr/>
        </p:nvSpPr>
        <p:spPr>
          <a:xfrm>
            <a:off x="847898" y="958523"/>
            <a:ext cx="10316095" cy="2457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500" dirty="0">
                <a:sym typeface="微软雅黑" panose="020B0503020204020204" pitchFamily="34" charset="-122"/>
              </a:rPr>
              <a:t>1.</a:t>
            </a:r>
            <a:r>
              <a:rPr lang="zh-CN" altLang="en-US" sz="2500" dirty="0">
                <a:sym typeface="微软雅黑" panose="020B0503020204020204" pitchFamily="34" charset="-122"/>
              </a:rPr>
              <a:t>字符串遍历、比较</a:t>
            </a:r>
            <a:r>
              <a:rPr lang="zh-CN" altLang="en-US" sz="2500">
                <a:sym typeface="微软雅黑" panose="020B0503020204020204" pitchFamily="34" charset="-122"/>
              </a:rPr>
              <a:t>、拼接等</a:t>
            </a:r>
            <a:r>
              <a:rPr lang="zh-CN" altLang="en-US" sz="2500" dirty="0">
                <a:sym typeface="微软雅黑" panose="020B0503020204020204" pitchFamily="34" charset="-122"/>
              </a:rPr>
              <a:t>内容</a:t>
            </a:r>
            <a:endParaRPr lang="en-US" altLang="zh-CN" sz="25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500" dirty="0">
                <a:sym typeface="微软雅黑" panose="020B0503020204020204" pitchFamily="34" charset="-122"/>
              </a:rPr>
              <a:t>2.</a:t>
            </a:r>
            <a:r>
              <a:rPr lang="zh-CN" altLang="en-US" sz="2500" dirty="0">
                <a:sym typeface="微软雅黑" panose="020B0503020204020204" pitchFamily="34" charset="-122"/>
              </a:rPr>
              <a:t>列表的访问、元素修改等内容</a:t>
            </a:r>
            <a:endParaRPr lang="en-US" altLang="zh-CN" sz="2500" b="1" dirty="0">
              <a:solidFill>
                <a:srgbClr val="C00000"/>
              </a:solidFill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500" dirty="0">
                <a:sym typeface="微软雅黑" panose="020B0503020204020204" pitchFamily="34" charset="-122"/>
              </a:rPr>
              <a:t>3.</a:t>
            </a:r>
            <a:r>
              <a:rPr lang="zh-CN" altLang="en-US" sz="2500" dirty="0">
                <a:sym typeface="微软雅黑" panose="020B0503020204020204" pitchFamily="34" charset="-122"/>
              </a:rPr>
              <a:t>算法的控制结构：顺序结构、分支结构、循环结构</a:t>
            </a:r>
            <a:endParaRPr lang="en-US" altLang="zh-CN" sz="25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500" dirty="0">
                <a:sym typeface="微软雅黑" panose="020B0503020204020204" pitchFamily="34" charset="-122"/>
              </a:rPr>
              <a:t>4.</a:t>
            </a:r>
            <a:r>
              <a:rPr lang="zh-CN" altLang="en-US" sz="2500" dirty="0">
                <a:sym typeface="微软雅黑" panose="020B0503020204020204" pitchFamily="34" charset="-122"/>
              </a:rPr>
              <a:t>自定义函数的定义和调用</a:t>
            </a:r>
            <a:endParaRPr lang="en-US" altLang="zh-CN" sz="2500" dirty="0">
              <a:sym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500" dirty="0">
                <a:sym typeface="微软雅黑" panose="020B0503020204020204" pitchFamily="34" charset="-122"/>
              </a:rPr>
              <a:t>5.</a:t>
            </a:r>
            <a:r>
              <a:rPr lang="zh-CN" altLang="en-US" sz="2500" dirty="0">
                <a:sym typeface="微软雅黑" panose="020B0503020204020204" pitchFamily="34" charset="-122"/>
              </a:rPr>
              <a:t>解析算法和枚举算法的基本思想</a:t>
            </a:r>
            <a:endParaRPr lang="en-US" altLang="zh-CN" sz="2500" dirty="0"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52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 unknown"/>
  <p:tag name="AS_RELEASE_DATE" val="2020.11.30"/>
  <p:tag name="AS_TITLE" val="Aspose.Slides for Java"/>
  <p:tag name="AS_VERSION" val="20.11"/>
  <p:tag name="COMMONDATA" val="eyJjb3VudCI6MSwiaGRpZCI6IjUyNzI0Yjg4NjIxMzlmNDBkZjA0NzI0NWQzYzdhYzBmIiwidXNlckNvdW50Ijox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5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9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"/>
</p:tagLst>
</file>

<file path=ppt/theme/theme1.xml><?xml version="1.0" encoding="utf-8"?>
<a:theme xmlns:a="http://schemas.openxmlformats.org/drawingml/2006/main" name="Office 主题​​">
  <a:themeElements>
    <a:clrScheme name="自定义 10">
      <a:dk1>
        <a:sysClr val="windowText" lastClr="000000"/>
      </a:dk1>
      <a:lt1>
        <a:sysClr val="window" lastClr="FFFFFF"/>
      </a:lt1>
      <a:dk2>
        <a:srgbClr val="000000"/>
      </a:dk2>
      <a:lt2>
        <a:srgbClr val="3A3A3A"/>
      </a:lt2>
      <a:accent1>
        <a:srgbClr val="6EA2E6"/>
      </a:accent1>
      <a:accent2>
        <a:srgbClr val="FE816A"/>
      </a:accent2>
      <a:accent3>
        <a:srgbClr val="FFC987"/>
      </a:accent3>
      <a:accent4>
        <a:srgbClr val="3D517D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onsolas"/>
        <a:ea typeface="微软雅黑"/>
        <a:cs typeface="Arial"/>
      </a:majorFont>
      <a:minorFont>
        <a:latin typeface="Consolas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TUyMzU3MTcxMDk0IiwKCSJHcm91cElkIiA6ICIxMTc3MDM2MDUiLAoJIkltYWdlIiA6ICJpVkJPUncwS0dnb0FBQUFOU1VoRVVnQUFBM3dBQUFHRUNBWUFBQUJ0U2lKL0FBQUFDWEJJV1hNQUFBc1RBQUFMRXdFQW1wd1lBQUFnQUVsRVFWUjRuT3pkZTN4Y2RZSCs4ZWZNUGZla3VUZE5tN1pwbTdicGhRaktSYVNBaTdJb3U3Z2lxMENGWlVWMDNlWG5YYnlzc3VxeW9PdnF3cXJybFpXcklJZ1h2TUxDSWw2ZzBvYW1TZStsYWNnOVRab21rOGxNa2ptL1B5YVRUdEpKazdTVCtTYVp6L3YxNm91Wk0yZk9mQ2M4azV4bnZtZk9T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lNtU1VwZC9TL2szR01yak5UYWFjMUlqZ1N0SjFGa3J3SjJoWUFZSjQ2MVI5NEFNRENsMXRUVTlPemZmdjJVa2x0OFZid2VEeFYxZFhWdTdkdjN6N3R2eGtWRlJVUE9oeU90RU9IRGwwMWpkVTlIbzlueFhTM0hRcUY5c1JjZFhzOG5wWFR2VytjYlIyVU5GeFlXUGgrdjkvL3g0R0JnZTNSMjlMUzBwWTZuYzdsL2YzOXYwdExTeXVyckt6Y1ZsZFhWeVpwNUhRZkw5YUdEUnZhOXUzYjkvcGdNSGdnWm5IVzJyVnJmOS9lM3Y3Vjd1N3U3NDB1YzBweVQyT1RnN0ZYVnF4WThlakl5RWlnc2JGeGE3eVZ2Vjd2NnJWcjEyNnZyYTNOUEwxbkFBQ1lEMXltQndBQVNEcWZ6K2Nya1NTbjA1a3RTZW5wNmVYaGNOZ1hiMlduMDFrMmVxZUs2TExCd2NIREhvK25hcklIR0J3YzNMRjQ4ZUs3Y25OenJ4d1lHTmdYYjUxb2NmTjRQQ3VxcTZ0M1QzZndzY1hUNS9PVnJWdTNidHIzbmFpaG9XSDU0T0RnNFp5Y25MY1dGUlg5WTMxOWZZMmtBVW5LeWNtNXNiQ3c4TDExZFhWbHRtMjczRzUzc1NSN3NtM0YrM21FUXFGRGtrTHgxbmU3M2NXMmJVLzhPOXgzOU9qUmV5c3FLcjdqZHJ1TDJ0dmIvNjIwdFBTMjB0TFN6MC8xWENZVTh0eXNyS3kzSER4NDhJckoxcmR0MitGd09ES20yaTRBWUg2ajhBRkFpc25NekR4MzllclZ6OFF1cTZxcWVuR3ErNjFidCs2VjZPWHQyN2U3cDFQU1ZxeFk4WlBKYnBzNFl6alZER0owcGpGMjJlRGc0T0ZUM00rcXFha0o3OXExYSsyRVdjR1RORGMzdjJmTm1qVU5TNVlzdWVQVlYxKzlWWkp5YzNPdjh2djlmL1I0UEd1OFhtLzU2QmhXeDk0dkZBb2RVYVFndXVMOVBLYnoyQk4xZEhSOHhiS3NjRnBhMmxtUzNLMnRyWGYzOVBUY1A5bjZUcWR6NVpvMWE1NlNwTFMwdEhQWHJsMzd4K2h0cTFldmZscVNiTnNPN3RpeEkyNmhCd0FzYkJRK0FFZ3gvZjM5ejhhVXBOTStwSFBDZFZkcGFla25qaDA3OWorQlFLQnA0allLQ2dyK3ZxdXI2K2VUUGNhWnFxbXBtWFRtYmJKaUdqditRQ0RRMU5yYStwbjgvUHliSmZreU1qS3EwdFBUTjZXbnAyL0t6YzE5MjJUYjJydDM3MS80L2Y2bm90ZnI2K3RYUlEvUmpJN3BWRE9oUHA5dnVTU0ZRcUVlU2UwMU5UWDJybDI3MXJhM3QzODFaclhld2NIQjNzbTI0ZkY0eG9wY0lCRFkwZERRc0x5aW91Smh2OSsvcmJPejg5OUhiN0xqRmViWWNVcW5WMUFCQUhNYmhROEFvSnFhbXRZejNJUjMwYUpGTjJablo3OXg3OTY5Rnl2bTBFZXYxN3Vxdkx6OEcxNnZ0NnE1dWZralovZzRrenA0OE9DYkJnY0hEMFd2MjdidHJxNnVidGkzYjk4bFEwTkRZeVhVNS9PdFdMbHk1YThuM3IrOXZmM3U5dmIyYjBrYUxDZ28rRkFnRUtqZHZYdjNXWkxrOFhqV3JWKy92bmJIamgyZW1ZN3JWRE9obFpXVnY1Q2t6czdPLzJwcWF2cEE3RzJURmJTb1NXWTJnNE9EZzROcGFXbG5OelUxdmFlc3JPeWVscGFXV3dLQndLdlI0cmxyMTY2MVVxUnNWbFpXL2lKNmZTYUgxUUlBNWc4S0h3QkFlL2Z1M2VqMyt6dmozWmFWbFZXNWF0V3EzMDJ4Q1g5alkrTk5xMWV2ZnFhd3NQRDluWjJkL3hXOVljbVNKVjhPaFVLSG01dWJQM3VxRFp4cUprdzZNUnMybVVBZ2NDUVVDc1dlQUNWTmtrWkdSZzRHZzhFajBZVVRQemVYbHBhMkpMcHNjSEN3V2RLaTNOemN0eDQ1Y21Tc2dMbmRicmR0MjhPbmV2ekpUSGJJYVhRMmI2b1p0V2doaTRvV3RjbldMeTR1Zm1jZ0VOanA5L3ZyY25KeXJtaHFhaHAzVXBhSmo4ZU1IZ0FzYkJRK0FJQkd5MTdjd3kyRHdlQ3B2cEloMitQeExKYWtVQ2pVMXRYVjlaMUFJTkFRTFc5WldWbm41T1RrWE5uWTJIaUR4K01wajk3SjRYQ0VZbWZqcERPZllacnMvbXZYcm0wODFmMHFLeXYvNUhhN3k2U3hReHBmMmJkdjM2WkFJSEJNVXFZa3VWeXU0bkE0UEJDOVBrRi85SUxINHlseE9CeURFMjczTFZxMDZOcnU3dTZISmZsbjhKUWt6YnlRNWVYbHZmdm8wYVBmbWVuakFBQVdKZ29mQU9DMEQrbk15OHU3Y3ZueTVmZkZMaXNvS1BqN2llc3RXN2JzM3RqcndXRHdZSDE5ZmFVVUtZcE5UVTMvMk5uWmVjOFVENWRiV0ZoNDNXUTM3dDI3OTQwakl5TUhvOWNkRGtkK1ZWWFZuL2Z1M2J0NVpHUms3RE53c1NjNWthUzZ1cnFWaXB6Z0pTQkpTNWN1L2UrQ2dvSjN4M3VNbXBxYXZvbkxZbWZ3SnBrSnpTd3ZMLytLMSt0ZDN0cmErdWtwbnVOSkpzNThUalhUT2ZyWnc3dkx5OHZ2bGlKRnVLK3Y3K25HeHNZUG5PcCtBSUNGaWNJSEFCaDNTR2ROVFUzci92MzdMK3pyNnpzZ1RlK1F6cGw4UjErc2FKbnA3ZTE5S3JiWVJML09ZR0xaaVYxdjRzelgwTkJRY3lnVU9oeXo3VFJKdHQvdjM2V1k3ODZMUGNuSnFHRHNsU05Iam55d3M3TnpYREVyS2lyNlY1Zkx0YWlscGVXV1V6MmZ2WHYzYnZMNy9ZZWtjZVd3cTcyOS9jdkZ4Y1dmN09ucCtjN2c0T0RoeWJkd3Nwbk9mTmJYMTYrS1hsNi9mdjMrZ3djUHZtbG9hR2lYcEd6cHhOZHJ4UHU2RFFEQXdrUGhBNERVZGl4ZVdRc0dnMTBhUGNTenI2K3ZiYkpDNTNBNEhKTENwL3ZnazVXWjZHZmJabkxTa3NuV3JhbXBtZWxuNzNvQ2dVQlB6UFdpM056Y0t4ME9SNGJmNzcreHJhM3RYelhKbDY4UER3OFBLT1lRejZpMnRyYXZGaFVWM1ZwU1V2TEZ3NGNQWHp1VHdVeDhubE9kekdYQ0Y3bEhQOXZZNHZGNHNxWHhYNjhSN3pvQVlHR2g4QUZBaXZGNnZaWHIxNi9mZjZwMVRsVW9RcUZRNDY1ZHV5b2t5YktzdEhBNEhKeHMzZW1ZZU9LU2lWK3hNUEgyZUlXbnVibjVnejZmN3pWdGJXMjNSNWVWbHBaK3h1VnlGY2M1KzJWcFdWblpsNlk1dlBRMWE5WThFZ3FGanJTM3QzK3h2THo4djdPenM5L1kxTlQwcmtBZzBEeURwOW5YMk5oNFN5Z1VlblVHOTVrVjBRSTU4ZXMyVHZYVkZnQ0ErWXZDQndBcEpoZ01IbTVvYURqcGMyQ0ZoWVgvbEoyZGZZWFg2MTBkQ0FSMkRnd012TnpXMXZZdmxtV05teUdMdmU1eXVVcEdSa2E2a3pIdVV6bCsvUGhqeGNYRm53a0dnenZiMnRxK0pDa3RLeXZyc3ZiMjlzOVBuUEVLQm9NSDl1elpjKzVVMi9SNnZTdVhMMS8rc01maldiWjM3OTRMZzhIZ1hyL2Z2MlBseXBWUHJGcTFhc2ZCZ3dmZjZmZjduNTd1R0h0N2UzOTBHay90ZElwWW1zL25LM0c3M1lzbHFiaTQrT1p3T0J6dTdPemtSQzRBa0lJb2ZBQ1Flb1pqUDBmbThYaXFsaTFiZHJkbFdkNzYrdnJ6YTJwcXVwcWFtcTdOeTh0NzMvTGx5eDlwYVdtNTdmang0eWQ5YjUwa3BhZW5id3dHZ3dmajNaWk1nVUNnNmRDaFEyOWZ0V3JWTDlQUzBzNEpoOE9ERG9janZhT2o0NkhUMkp5MWVQSGl6eFlWRlgwc0ZBb2Qzck5uenh0Q29kQmVTUW9HZy9zYUdock9xNnlzZkdUMTZ0Vy8zcmR2MzV0anYzaDlxcG5UMHpIeGF4bE9KUzh2NzdybHk1ZmZGdzZIQjZLZlozUTZuZm1CUU9DUGlSNFhBR0Irb1BBQlFJcnllcjJyUzBwS1BwYVhsL2V1am82T0w3VzB0UHlMUmorYkZncUZocHVhbXY0aE96djdpbVhMbG4xM2FHaW83ZWpSby9mMjkvZi9KQkFJUkwvRVBDYzdPL3V5OXZiMnI1N0pPRnd1VjNvb0ZJcjNkUWRSVG8zL2UrV010MUovZi84elI0NGN1WG5ac21YL0kwa0RBd012cEtlbnJ4d1lHUGp6RkVPd3lzckt2aXhKdWJtNUYzZDBkT3daR1JrWjdPam8rTStXbHBiUDYrU3ZVdWc5Y09EQUZhV2xwUi8zKy8zUHhkNXc4T0RCTndVQ2dTUFNsQ2RiY1VpU1pWbVR6dDZGUXFIRy9mdjNYemlOcjJVWSs0eGZUMC9QVDNwNmVvb2xkVWlSMmNHV2xwWTdRcUhRbnVqSmJyeGViNlVrK1h5K3BiSFhBUUFMRTRVUEFGSk1lbnI2NGlWTGx2d3dNelB6QXIvZi85eisvZnRmNS9mNzYrS3RlL3o0OFNmcjZ1cFdGUlVWdmEra3BPUTJ0OXQ5OTdGangzNTI2TkNoSzh2THkrK3dMTXZUMDlQejNUTVpUMVZWMVV1bnVyMjZ1bnJYRkp1dzB0TFNYbHRRVVBEdS9QejhHNGFHaHRxT0h6LytaRTVPemw5VlZWVnRHeG9hYXZmNy9YOFlIQnpjRlF3R0R3NFBEN2VHUXFGalRxZHpZSGg0dUsrNHVQZ0x1Ym01ZjNYNDhPRy9LeTh2LzBwR1JzYkZQVDA5RHd3TURPejMrWHpGR24rQ0ZzdTJiYWNrNTlHalIzK2NrWkd4MXUvM0g5Wm9LUndjSER3MDRjdmZ4MlJuWi8vbDBOQlF6OGpJU0c5MmR2WWJKTm5CWVBEb0taNVhvSyt2Ny9rNHk5MWVyM2RaTUJnOExta2tQei8vYjJLK2RxSnY5TitrSnM1Q3pzYXNKQUJnN3FEd0FVQ0tHUmdZYU9udDdmMWxjM1B6N2JHSEk1NUNvS09qNHlzZEhSMWZ5ODdPL291UmtaSG1qSXlNRFlXRmhiZTB0cmIrODB5L1ptQ2kySytBa0U3K1RzRGR1M2VmRndnRXhtNVBTMHVyWEx0MjdSOGxLVDgvLzRheXNySzdYQzVYNGNEQXdFdk56YzBmN2V6c3ZGZVJBdmJldExTMHM3T3pzOC96K1h3Yk16TXpMMTYwYU5GV2w4dFY2SEE0MGlXcHFhbnBWcmZiblgvNDhPRzM5L2IyL2lZUUNEeFZXRmo0eWJLeXNxKzRYSzdGVHFkejRsYzRqQk1PaHdPMXRiWGxrc0p0YlcyM0I0UEJzYzh6N3QrLy82MmhVQ2c2RzZyUzB0SlBaV1JrbkM5SnRtMkgydHJhN3BMVWRSby9NbXZkdW5YMWxtVjVScmNWYkdscCtmaDA3N3g5KzNaM3ZPVTFOVFZEcHpFV0FBQUFBUFBKNlBleXhTMEZzWEp5Y2k1VHpPR0VwNk8wdFBRTGtnb21XeGJ2ZGtrRm84c2xLUzgvUC8rR3RMUzBwVE44YUkra1JZb2NIbnFxVW1jcDh1YW9SNUozZEYydklqOGZwMmIrL0oyajkzZE1jdnQwMzRndFNFOVBYNXlXbGxZMnVyMjRSZy9qOU14c2l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cENqTDlBQXcrNjYrK21xbngrTlpJMm1kdytGWUhBNkhsMXFXVlc3YnRsdVN3N0lzaDZRdVNhL2F0dDBpNlZBNEhINzVvWWNlYWpjNmNLUVVjZ3FUeUI4QVlLR2k4QzFRMTF4enpXcVB4L1BtY0RoOHBXVlo1MHJLbU9rMmJOdHVrdlJieTdJZTcrM3RmZVpuUC92WlFPSkhpbFJHVG1FUytRTUFwQUlLM3dLeWRldlcvT0hoNFdzdHkzcWZaVmxWMGVWcGFXbGF1blNwbGkxYnB1TGlZdVhuNXlzL1AxOXV0MXVXRllsQWIyK3Z1cnU3MWRYVnBhYW1KalUyTnFxdHJTMTI4d08yYlQ5bTIvWTlEejc0NEl0SmZtcFlRTWdwVENKL21FdVlXWVlKNUM3MVVQZ1dnT3V1dTY1UzBrY2x2VnVTVjVMS3lzcTBhZE1tblh2dXVhcW9xQmpiWVprSnY5K3ZiZHUyYWR1MmJXcG9hTkR3OEhEMHB1ZHQyNzd6Z1FjZWVGS1NuYUNuZ1FXT25NSWs4b2U1Z3BsbG1FRHVVaHVGYng3YnVuVnIyY2pJeUNjdHkzcXZKS2ZINDlFNTU1eWp5eSsvWE11V0xVdm9Zd1VDQVQzMTFGTjYrdW1uZGZUb1VVbVNiZHUvdDIzN0F3OCsrR0J0UWg4TUN3bzVoVW5rRDNNQk04c3dnZHdoaXNJM0QyM1pzc1ZWVmxiMlBzdXk3cFNVNXZWNmRlbWxsK3JLSzY5VVJzYU0zN0Naa1pHUkVUMy8vUE42NG9rbjFOWFZKVWxoU2QvczcrLy8xQk5QUEhGc1ZoOGM4d281aFVua0QzTUJNOHN3Z2R4aElncmZQSFBOTmRlc2RidmQzNWYwT3N1eWRNRUZGK2dkNzNpSDh2THlranFPVUNpa0o1NTRRci82MWE4ME5EUWtTWTNoY1BnZHZNc0RpWnpDTFBJSDA1aFpoZ25rRHBPaDhNMGoxMTEzM1RzbGZWZFNXbEZSa1c2NjZTYXRXN2ZPNkpnNk9qcjBqVzk4UXdjT0hKQ2tJVW1mdVAvKysvOUR2TU9Uc3NncFRDSi9NSW1aWlpoQTdqQVZDdDg4Y1BQTk43c0hCZ2ErSXVrRGtyUmx5eFp0M2JwVmJyZmI4TWdpUmtaRzlNZ2pqK2dYdi9pRkpNbTI3UitGUXFHdGp6NzZhTUR3MEpCRTVCUW1rVCtZeHN3eVRDQjNtQTRLM3h4Mzg4MDNwdzhNRER3azZVcVB4Nk90VzdmcW9vc3VNajJzdUdwcmEvWDFyMzlkZ1VCQWt2NFVEb2YvOHNFSEgrd3hQUzdNUG5JS2s4Z2ZUR05tR1NhUU8wd1hoVzhPdStHR0czS0hoNGQvS3VuQ3JLd3NmZWhESDFKbFphWHBZWjNTa1NOSGROZGRkNm0zdDFlU2RnYUR3VGMrK3Vpam5hYkhoZGxEVG1FUytZTkp6Q3pEQkhLSG1YS2FIZ0RpdS9ubW05T0R3ZUNUa2k3TXk4dlRiYmZkcG9xS0N0UERtbEpPVG83T1B2dHMxZGJXeXUvM0Y3dGNyc3ZXckZuelVFTkRROUQwMkpCNDVCUW1rVCtZTkRxei9JaWs2ejBlajI2ODhVWmRkZFZWY2pybnpxNlZ3K0hRaGcwYnRHTEZDdFhXMW1wNGVIaWR5K1c2dExxNit2RzZ1cnBCMCtQRHpKRTduSTY1a3c2TUdYM241aEZKbCtYbDVlbWYvL21mVlZKU1lucFkwNWFSa2FIWHZlNTEycjU5dS94K2Y0blQ2Ynlvb3FMaW9YMzc5ZzJaSGhzU2g1ekNKUElIazI2NDRZYmMwVGNiTHN2S3l0TEhQdll4MWRUVW1CN1dwRXBLU3JScDB5YTk5TkpMQ2dhRFN5ekx1bnpObWpXUE5UUTA4TVhaOHdpNXcrbWk4TTFCYTlldS9acWs2N095c25UYmJiZk5xNTJZS0ovUHA5ZTg1alY2OGNVWE5UZzRXTzd6K2M1eHU5MC9iRzF0RFpzZUd4S0RuTUlrOGdkVG1GbUdDZVFPWjRMQ044ZU1mZ0QzVG8vSG80OS8vT01KLzk2VVpFcFBUOWZtelp2MXdnc3ZLQmdNcml3b0tDaXBxNnY3bWVseDRjeVJVNWhFL21BS004c3dnZHpoVEZINDVwQnJycmxtcmRQcGZGS1MrOFliYjlSWlo1MWxla2huTENzclMrdldyZFB6enordmNEajhtZzBiTnJUWDFkWDkyZlM0Y1BySUtVd2lmekNKbVdXWVFPNXdwaWg4YzhTV0xWdGNlWGw1UDVWVXNXWExGbDExMVZXbWg1UXdlWGw1S2lvcTByWnQyeVRwc28wYk56NVRWMWZYWkhwY21EbHlDcFBJSDB4aVpoa21rRHNrQW9WdmpyamdnZ3Yrd2JLczl4UVZGZW5ESC83d25EcmJVaUtVbDVkcmFHaEkrL2Z2ZDBxNnBLcXE2cnNORFEwaDArUEN6SkJUbUVUK1lBb3p5ekNCM0NGUkhLWUhBR25yMXExbGxtWGRhVm1XYnJycHBqbnpQU3FKZHZYVlYydlZxbFd5TEt2QzQvSGNiWG84bUJseUNwUElIMHpac21XTHkrMTJmMTlTMnBZdFczVFJSUmVaSGxMQ0xGKytYTzk1ejN1aVY3OTI3YlhYWG1CeVBEaUIzQ0dSS0h4endNakl5Q2NscFYxd3dRVmF0MjZkNmVITUdvZkRvVnR1dVVWZXIxZVdaYjM3dXV1dXU4TDBtREI5NUJRbWtUK1lVbFpXOWo1SnJ5c3FLdExXclZ0TkR5Zmh6anZ2UEwzbExXK1JaVmtlU2ZkZmZmWFZtYWJIQkhLSHhLTHdHWGIxMVZkWFdwYjFYcS9YcTNlODR4Mm1oelByWW41eFdaSytkdlBOTnkvTXQra1hHSEpLVGswaWYrVFBGR2FXWVFLNVE2SlIrQXp6ZXIwZmxlUzg5TkpMbFplWFozbzRTWEhoaFJlcXNySlNrbGI2L2Y0UG1oNFBwa1pPeWFsSjVJLzhtY0xNTWt3Z2QwZzBDcDlCVzdkdXpaZjBiby9Ib3l1dnZOTDBjSkxHc2l4ZGQ5MTEwYXNmditHR0czSk5qZ2VuUms0bGtWTmp5SjhrOG1jRU04dk1MSnRBN3NqZGJLRHdHVFE4UEh5dEpPODU1NXlqakl3TTA4TkpxcFVyVityODg4K1haVm1MaG9hR2VQZDZEaU9uNU5RazhrZitUR0ZtbVpsbEU4Z2R1WnNORkQ2RExNdDZueVJkZnZubHBvZGl4QlZYak0zYzMzajExVmN2clBPckx5RGtsSnlhUlA3SW53bk1MRXRpWmpucHlKMGtjamNyS0h5R1hIUE5OYXN0eTZvcUt5dWIxMStpZVNhV0xsMnE2dXBxV1paVjd2RjRyakU5SHB5TW5KSlRrOGdmK1RPRm1XVm1sazBnZCtSdXRsRDRESEc3M1pkTDBxWk5tMHdQeGFnM3Yvbk4wWXZYbldvOW1FRk9JOGlwR2VRdmd2d2xIelBMekN5YlFPN0kzV3loOEJsaTIvWmJKZW5jYzg4MVBSU2oxcTFiRnowNzB4dHV1T0VHbitueFlEeHlHa0ZPelNCL0VlUXZ1WmhaWm1iWkJISkg3bVlUaGMrQXE2KysybWxaMXJscGFXbXFxS2d3UFJ5ajNHNjN6ajc3YkVuS0dCb2Flb3ZwOGVBRWNub0NPVTArOG5jQytVc3VacFlqbUZsT0xuSVhRZTVtQjRYUEFJL0hzMFpTeHRLbFMyVlpsdW5oR0xkNTgyWkprbVZabHhnZUNtS1EwL0hJYVhLUnYvSElYL0l3c3h6QnpISnlrYnNJY2pjN0tIeG1ySk9Vc2xQMkU1V1hsMGN2cmpVNURweUVuTVlncDBsSC9tS1F2K1JnWnZrRVpwYVRoOXlkUU81bUI0WFBBTXV5eWlTcHVMalk5RkRtaEpLU0VybGNMbWwwQnc5ekF6a2RqNXdtRi9rYmovd2xCelBMNHpHem5Cemtianh5bDNnVVBnTnMyeTZYcFB6OGZOTkRtUk9jVHFkS1Nrb2txZWp5eXkvM21oNFBJc2pwZU9RMHVjamZlT1F2YVpoWmpzSE1jdEtRdXhqa0x2RW9mQVpZbHNXT3pBU1ptWm5SLytZWkhncEdrZE9Ua2RQa0lYOG5JMyt6ajVubDhaaFpUZzV5Tng2NVN6d0tud0cyYmJ1bHlISEtpSWgrd2FqSDQxbGtlQ2dZUlU1UFJrNlRoL3lkalB6TlBtYVd4Mk5tT1RuSTNYamtMdkVvZkdZNEpIR2Nkb3pvenlJY0R2TkRtVHZJNlFUa05Lbkkzd1RrYi9ZeHMzd3lacFpuSDdrN0dibExMQXFmQVpabDhYT2Z3Ty8zUzVLY1RtZTM0YUZnRkRrOUdUbE5IdkozTXZJMys1aFpQaGt6eTdPUDNKMk0zQ1VXZjFETjZKS2szdDVlMCtPWU0vcjcreVZKTHBlcngvQlFjQUk1bllDY0poWDVtNEQ4SlFVenl4TXdzNXdVNUc0Q2NwZFlGRDR6WHBXazdtN2VwSldra1pFUnRiZTNTMUxYdmZmZU8yaDZQQmhEVG1PUTA2UWpmekhJWDNJd3Mzd3lacFpuSDdrN0dibExMQUptZ0czYkxaTFUxZFZsZWloelFrZEhoMEtoa0d6YjNtMTZMRGlCbkk1SFRwT0wvSTFIL3BLR21lVUptRmxPQ25JM0FibExMQXFmR1lja3FhbXB5ZlE0NW9Ub3o4R3lMSFprNWhaeUdvT2NKaDM1aTBIK2tvYVo1UmpNTENjTnVZdEI3aEtQd21kQU9CeCtXWklhR3h0TkQyVk8yTGx6Wi9UaXN3YUhnUW5JNlhqa05MbkkzM2prTHptWVdSNlBtZVhrSUhmamtidkVvL0FaOE5CREQ3WGJ0dDNVMXRZMmRveHlxaG9lSHRhMmJkdGsyM2JBc3F5Zm1oNFBUaUNuSjVEVDVDTi9KNUMvcEdKbU9RWXp5MGxEN21LUXU4U2o4Sm56VzBuYXRtMmI2WEVZdFdmUEhnME1ETWl5ck9mdnUrKysxTjZybTV2SXFjaXBRZVJQNUMrWm1Ga2VqNW5sNUNCMzQ1Rzd4S1B3R1dKWjF1TVNPeksvL2Uxdm94Y2ZNamtPeEVkT0k4aXBHZVF2Z3Z3bER6UExKekN6bkR6azdnUnlOenNvZkliMDl2WStJMm1nb2FGQmdVREE5SENNYUdscDBmYnQyMlhiZHZ1cnI3NTZuK254NEdUa2xKeWFSUDdJbnlITUxJdVpaUVBJbmNqZGJLSHdHZkt6bi8xc3dMYnR4NGFIaC9YVVUwK1pIbzRSdi96bEx5VkpsbVhkKyt5enp3NGJIZzdpSUtmazFDVHlSLzVNWUdZNWdwbmw1Q0ozRWVSdWRsRDRETEp0K3g1SmV2cnBwelV5TW1KNk9FbDE1TWdSUGZ2c3M1SjBQQmdNL3J2aDRlQVV5T216RWprMWh2dzlLNUcvcEdKbW1abGxFOGdkdVp0TkZENkRIbnp3d1JjbFBYLzA2RkU5Ly96enBvZVROTFp0NjRFSEhvaGUvWTlISDMyMDArUjRjR3JrVkJJNU5ZYjhTU0ovU2NYTU1qUExKcEE3Y2plYktIeUcyYlo5cHlROThjUVRDb1ZDcG9lVEZDKzg4SUlhR2hwazIzYlQwYU5IN3pBOUhreU5uSkpUazhnZitVczJacGFmbFpoWlRqcHk5NnhFN21ZRmhjK3dCeDU0NEVuYnRuL2YxZFdsSjU1NHd2UndabDEzZDdlKzk3M3ZTWkl0NmFPLy9PVXZnNGFIaEdrZ3ArVFVKUEpIL3BLTm1XVkp6Q3duSGJtVFJPNW1CWVhQUE51MjdROUlDdi9xVjc5U1IwZUg2ZkhNbW5BNHJHOS8rOXNLQkFLeWJmdlJCeDU0NEllbXg0UnBJNmN3aWZ3aDZaaFpabWJaQkhKSDdtWURoVzhPZVBEQkIyc2xmWE5vYUVqZitNWTNGdXcwL3M5Ly9uUHQyclZMa2xyZGJ2ZDdUWThITTBOT1lSTDVRN0l4czh6TXNnbmtqdHpOQmdyZkhOSGYzLzhwU1kwSERoelFJNDg4WW5vNENiZGp4dzQ5K3VpamtqUmtXZGFOOTk1Nzd6SFRZOExNa1ZPWVJQNlFaTXdzd3dSeWg0U2o4TTBSVHp6eHhMRndPUHdPU1VPLytNVXZWRnRiYTNwSUNkUGMzS3g3N3JrbmV2VlQ5OTEzMzY5TmpnZW5qNXpDSlBLSFpHTm1HU2FRT3lTYTAvUUFjRUpkWFYzenhvMGIvWkxlVkZ0YnEwMmJOaWtuSjhmMHNNNUlWMWVYN3JqakR2WDM5MHZTUS9mZmYvK0hUWThKWjRhY3dpVHloMlJic1dMRkh6d2V6enU3dTd0elE2R1FObXpZWUhwSUNiVmp4dzU5OTd2ZmxTSXp5OWY4NEFjL3FEYzlKcEE3SkJZemZIUE0vZmZmL3grMmJmOG9FQWpvcnJ2dW10ZFQrYjI5dmJyenpqdlYzZDB0U1g4SUJvTTNHQjRTRW9TY3dpVHloMlJpWmhrbWtEc2tFak44YzFCVlZkWFBYUzdYcGNGZ2NFbHRiYTNPUGZkYytYdyswOE9ha2Y3K2Z0MTU1NTFxYm02V3BKZVBIejkrNlk5Ly9PT0E2WEVoY2NncFRDSi9TQ1ptbG1FQ3VVT2lVUGptb0lhR2h1SHE2dXJITGN1NjNPLzNGOWZXMXVxMXIzM3R2Tm1aNmUvdjExMTMzYVhHeGtiWnRyMC9IQTVmOU5oamozSHlnUVdHbk1JazhvZGsyN2x6NTU4MmJOaXdmbmg0ZU4xTEw3MmtzODgrV3hrWkdhYUhkVnA2ZTN0MXh4MTNxTE96VTRyTUxGL1YwTkN3TUQ4b05zK1JPeVFDaFcrT3FxdXJHOXkwYWRQanRtMWYwZC9mWHpoZmRtYWlPekd2dlBLS0pMMGlhY3VERHo3WVpuaFltQ1hrRkNhUlB5UWJNOHN3Z2R6aFRGSDQ1ckNkTzNmNk4yL2UvS1A1c2pNemNTZG1lSGo0b29jZWV1aFYwK1BDN0NLbk1JbjhJWm1ZV1lZSjVBNW5pc0kzeDgyWG5abDRPekVQUC94d2srbHhJVG5JS1V3aWYwZ21acFpoQXJuRG1hRHd6VkhicDN3QUFDQUFTVVJCVkFOemZXZUduUmhJNUJSbWtUOGswMXpQMjBUTUxDOE01QTZuaThJM1Q4elZGems3TVloRlRtRVMrVU15emRXOFRVVCtGaFp5aDlOQjRadEg1dHFMbkJjejRpR25NSW44SVpubVd0NG1JbjhMRTduRFRGSDQ1cG01OGlMbnhZeFRJYWN3aWZ3aG1lWkszaVlpZndzYnVjTk1VUGptSWRNdmNsN01tQTV5Q3BQSUg1TEpkTjRtSW4rcGdkeGh1aWg4ODVTcEZ6a3Zac3dFT1lWSjVBL0pORmQydnNsZmFpRjNtQTRLM3p5VzdCYzVMMmFjRG5JS2s4Z2Zrc24wempmNVMwM2tEbE9oOE0xenlYcVI4MkxHbVNDbk1JbjhJWm1ZV1lZSjVBNm5RdUZiQUdiN1JjNkxHWWxBVG1FUytVTXlNYk1NRThnZEprUGhXeUJtNjBYT2l4bUpSRTVoRXZsRE1qR3pEQlBJSGVLaDhDMGdpWDZSODJMR2JDQ25NSW44SVptWVdZWUo1QTRUVWZnV21FUzl5SGt4WXphUlU1aEUvcEJNekN6REJIS0hXQlMrQmVoTVgrUzhtSkVNNUJRbWtUOGtFelBMTUlIY0lZckN0MENkN291Y0Z6T1NpWnpDSlBLSFpHSm1HU2FRTzBnVXZnVnRwaTl5WHN3d2daekNKUEtIWkdKbUdTYVFPMUQ0RnJqcHZzaDVNY01rY2dxVHlCK1NpWmxsbUVEdVVodUZMd1ZNOVNMbnhZeTVnSnpDSlBLSFpHSm1HU2FRdTlSRjRVc1JrNzNJaDRlSGVURmp6aUNuTUluOElabVlXWVlKNUM0MVdhWUhnT1M2L3Zycmk4TGg4RE9XWmEwckxTMlZ6K2ZqeFl3NWg1ekNKUEtIWklyTjIrTEZpL1hKVDM1U09UazVrdGpweHV3aGQ2bUZ3cGVDWWwva280dDRNV1BPSWFjd2lmd2htZUx0ZkR1ZFRuYTZNYXZJWGVxZzhLV28wUmY1N3kzTEdoa2VIdjRMWHN5WWk4Z3BUQ0ovU0NabWxtRUN1VXNORkQ0QUFJQTVnSmxsbUVEdUZqNEtId0FBd0J6QnpESk1JSGNBQUFBQUFBQUFBQUFBQUFBQUFBQUFBQUFBQUFBQUFBQUFBQUFBQUFBQUFBQUFBQUFBQUFBQUFBQUFBQUFBQUFBQUFBQUFBQUFBQUFBQUFBQUFBQUFBQUFBQUFBQUFBQURBWEdHWkhzQ1p5dDcyNUdjdFc1OHpQUTRzR0llRFE5b3llTUVWamRPOXc4akxtejhya1VFa3pHSEhTSENMVmJON1doa2MrZnp0bjVYc3o4M3ltSkFxTEIxMmFHaUw5ZWt2VHZ0MzREUFBQTVB2UUNUUzRYQTR2T1hTU3krZE1vTmtEd2syN2V6Tk4vTys4RW1VUGlRY3BRK21VZnBnRHFVUDVsSDZZTXFDTEgwTG92QkpsRDRrSEtVUHBsSDZZQTZsRCtaUittREtnaXQ5QzZid1NaUStKQnlsRDZaUittQU9wUS9tVWZwZ3lvSXFmUXVxOEVtVVBpUWNwUSttVWZwZ0RxVVA1bEg2WU1xQ0tYMExydkJKbEQ0a0hLVVBwbEg2WUE2bEQrWlIrbURLZ2loOUM3THdTWlErSkJ5bEQ2WlIrbUFPcFEvbVVmcGd5cnd2ZlF1MjhFbVVQaVFjcFErbVVmcGdEcVVQNWxINllNcThMbjBMdXZCSmxENGtIS1VQcGxINllBNmxEK1pSK21ES3ZDMTlDNzd3U1pRK0pCeWxENlpSK21BT3BRL21VZnBneXJ3c2ZTbFIrQ1JLSHhLTzBnZlRLSDB3aDlJSDh5aDlNR1hlbGI2VUtYd1NwUThKUittRGFaUSttRVBwZzNtVVBwZ3lyMHBmU2hVK2lkS0hoS1Awd1RSS0g4eWg5TUU4U2g5TW1UZWxMK1VLbjBUcFE4SlIrbUFhcFEvbVVQcGdIcVVQcHN5TDBwZVNoVStpOUNIaEtIMHdqZElIY3loOU1JL1NCMVBtZk9sTDJjSW5VZnFRY0pRK21FYnBnem1VUHBoSDZZTXBjN3IwT1V3UHdLVGo1MXh4dTIzeFlwOUtpZHVuSy9OS1RBOWpQcWp3dXZXczcvZFBMcHZ1SFp5YmFtOFhmM0NteDEwb0srZFMwNk9ZNnlyQ1R1K3o5dmExMDhxZzh6T2Z2VjJ5UGpmTFkxb1lzckprVmEwMVBZcTV6VlpGV081bjdTOThhdHEvQXkrKytHSitCMDZUMSt0VllXR2g2V0hNZFJVT2grUFpwNTkrZXNvTWtyM3BJM3ZUTXUzc21aRFNNM3hSQzJHbUw4UGgxSHVLSy9UWGVTVmFrNVlwaDJWcGY2QmYzKzVvMVA5ME5vMWJOOTNoMUNmS1Z1bHZGaTFXb2R1anBtQkEzKzg4b3Y5cWUwWDI2RHJ2SzY3UU9abDVlbTFtcnBaNDBpUkp1ZHQrTWVVNFBydGtqVDVZdWxLUzlNMzJ3L3JFa1lhRVBzOTVJblZuK2h6cHN2S3ZrWlg3RjVKM3VXUTVwT0JoMlYwL2xOMzkrSVIxMDJRVnYxZFc3cHNrVjc0VWFwWGQvU1BabmZkTG8wbTBDcTZWMGpmSXl0Z2t1U052T29SM25oWC9vVGZ1aUx2Y2J2bXk3SzRIRXZZVTU0blVuT256ZUdTZGZZNnN0ZXVsZ2dMSjRaQzZ1bVQvK1VYWk83YVBYOWZ0bHZXR0xiTFdWMHNaR1ZKdnIrenRmNWI5cHorT3JXSzk5bHhweVJKWlpVdWtuQnhKVXZnTHQwLysrSXNXeWJyd0lsa1Z5eVBiRElWa2IzOUo5djgrTlF0UGRnNUw0WmsrcDlPcHNySXlGUllXS2owOVhaWmxhV0JnUU0zTnpXcHRiVDFwM1lxS0NoVVZGY250ZGlzWURLcWxwVVZOVFNmK1ppOVpza1RaMmRuS3pzNld6K2VUSkQzNzdMTW5QZTZXTFZ0T09hNTQ5MW5nVW02bWorek5HWE55cGkrbFovaWlGc0pNMzdVRlMvUzVKV3UwT1NOSFhvZERYc3VoNnZSc2ZhMWlnejVRc254c1BVdlN3NnZPMWorVnJGQ1p4eWUzNWRCS1g0YStVTDVXSHk5Yk5iYmVIVXZYNlcyTFNzZkszblJzU3MvUlA1YXNTT1RUbXE5U2RxYlB5cnRTVnVrL1NXbHJKWWRIc2p5U2I3V3NKWitSVlhoOTdKcXlLcjRxcS9EZGtTSm51U1R2VWxtbEg1SlYvTjRUYXkzK1NLUVF1bWN3dzJ5SEpUc1U4MjhrWWM5dkhrbkptVDVyMDJaWmw3eFJLaTJWWEM3SjZaU0tpMlZkOFZaWjU1NDNmdDFyM2lucnZQT2w3R3pKNllpVXRUZGVKdXNOVzA2c2M5bWJaSzFiUDFiMlRtbnBNam5lYzR1c0RSdWxyQ3pKc2lTZkwxSThVMDBLei9TVmxKUm94WW9WeXNyS2tzUGhrTVBoVUdabXB0YXNXYVB5OHZKeDYxWlhWNnU4dkZ4ZXIxY09oME5wYVdsYXVYS2xLaW9xeHRhcHJLeFVVVkhSMkE3M1pNTGg4RW4vYkR2eXh0bkF3RURDbitjOGtISXpmV1J2enBpVE0zMFV2bEh6dmZTTnlOYTNPaHIxbXJyL1UvNjJYK3JjWGMrcGJXaFFrblJMY2NYWWVtOWJ0Rmh2eU02UExELzBza3BmK3JXZTd1MlVKUDIva3BYS2Nib2xTWThlYmRFSEQrL1NqN3ZIdnlzMEdaZGw2YitXYjlEUjRWQUNuOVc4bHFLbGIwVDIwWWNWM3Z0WEN1ODhXK0Y5ZnlNTlJmSmxGYnhyYkMwcjl6SlptYStWSk5sTm4xWjQxM215Ky80UXVhM29Sc21aRmJudDJDOWxOMzlSOXJIZlRIc0U5dEdIRmE1NzNkZy8rK2pEaVhweTgwM3FsYjV3V1BhMkZ4WCsrdDBLZi9GZkZQN20xNlcrUGttU2RjN3J4bGF6MWxmTHFvaThFV2IvNU1jSy85dS95ajU0TUhMYitSZEVpcG9rZTFlZDdGLzhYSFpEL2FrZjErZVQ0MjF2bDl4dXFiVkY0ZTk4Sy9MNFgvbzMyZi8zVE9LZjUzeVFvcVhQdG0wMU56ZnJoUmRlMFAvOTMvOXAyN1p0Q2dhRGtxU3lzckt4OVlxS2lwU1hseWRKMnIxN3Q1NTc3amwxZDNkTGtwWXVYU3FYeXlWSmFtOXYxNzU5KzlUUjBYSEt4MzN1dWVkTytuZjgrSEZKT21sMko0V2tWT2tqZTNQS25DdDlGTDRZODduMDNkLzVxajdXV0srRGczN1prdllFK3ZXYlk1RWQ3V0wzaVhkbjNyYW9WSkowWU5Ddmg0ODJhekE4b3J2YlhwRWsrUnlPc1RMNG5rTzErbjduRWJVUEJhZjErQjhzWGFucTlHeDkvdFc5Q1h4VzgxN0tsVDY3K3lleW0rK1Vna2NrMmRMZ0lkbDl6MGR1ZE1YTWRPUytLZkxmWUtQc25pZWxjRkRxL0VGa21lVTVVUWFQZkZMMjBSOUp3MTNKZXhJTFMwcVZQcnQyaCt4Zi8xSWEzWGxSVjZmc0Evc2psN095VHF5NGJuM2t2OTFIWmRmdGxJYUhwVDlGM25DUXk2V3hNdmpFNDdLM3Z5VDE5NS95Y2EzTk5WSm1waFFLS2Z6UUExTGI2RTVPTUNpMXR5Zm8yYzFES1ZqNjJ0cmF0SC8vZmdVQ0FVbVMzKzhmMjVuMmVyMWo2eFVWRlVtS3pJQzB0N2NySEE2UEhVN25jRGpHN1pDM3RMUW9GSnJabTZtWm1abkt5Y21SYmR0cVQrVU1wbERwSTN0enpwd3FmUlMrQ2VacjZRdmE0Wk9XVlhqVEpVbjFBOGZIbG0zS3lKWWt2VHpRTzdac1Y4enRxMzBaTTM3c3FyUk1mWFJ4cFo0NTNxWDd1MTZkOGYwWHVOUXFmWGFjUHd5ZTBYY1dCL2VQTGJMU0lpZS9zQU43VHR4MWNOK0orM2dyVG5zSVZ2N1ZjbFQvUVk3Vmo4cktlK3RwYjJjQlNaM1NOeExuOE4zUm5aZlk0bVdWUk43NHNtUGVmYmJiMjA3Y0ozOW1oMkZhcTFkSHRuSHdnS3lhMThoeDY0ZmsrTVNuWkYzM2Jxa2d4VTkwa0dLbEx4dysrVzl4OUpDNC9wZzNEakl6TTA5YUZuczVQVDM5ak1heGVQRmlTVkozZC9lTWQ5Z1hvSlFvZldSdlRwb3pwWS9DRjhmeGM2NjRYZEt2VEkvalRGeVdVemcyV3hlZHdaT2tBbGZrWFo3dTRhR3haVDBqSnk3bnVOd3plaHlITE4xZHNWSER0cTFiRDllZHlaQVhzZ3FQU3pNNnJ0QzVxZloyUy9hOHpxQWtXVm12UHpGYjEvay9KMjV3TFlyOGQrVFlpV1VqSjk2RWlCN1NlWG9QNnBZY2FaS3ZVbGI1djhqS3UrTDB0N1Z3Vkl3NFBkUE9vUE16bjczZG11ZS9BeVhKcWx5bHNkbTY2QXllRkRtaGlpU052aE4rMHVVcFByTnlrc0xJTytaV3hYSlpXeTZKelBhNVhMSXFLdVM0YnFzVTgrNTZTckpWTVdLN1ovUTdjSFRIZTk1bk1EOC9mMnpHSlBhRUdCNlBSNUkwTkhUaTcrL3c4UERZNWVoaGRhZkQ1WEtwdUxoWVVrb2ZVamRSaGNQaG1GWUd5UjdaUzdCcFoyODJVZmppeUg3eHlWc2x2ZG4wT0U3WHVabDUrbjVsalNUcGgwZWI5VmgzeTlodGJpdHlZdGF3YmNlOTc4Z2t5eWR6UzNHRnpzbk0xZTJ2N3RXUllHRHFPNlFnVzJxMVI4STN6dVErSXk5dnZ0V1dOVzh6S0VuSzJDeHIyWjJTSkx2blNkbkhmaDF6NCtnZmxNbnlGbWZHZWlyaGhqY3FYSGUyd3JzdWtIM2s0NUhEUktYSWlXRlNuYVZXcHpYOURJNTgvdlpiN1huOE8xQ1NWRjR1NjIxdmx5VFpkVHRsMSs4NmNadlRHZmx2b3ZJWExYUU9oOExmL3FiQy8vcDUyYy8rYjJSWlpxYXN0ZXRtdHIyRnA5VTVvaG45RG56bW1XZm05ZDloU2NySnlkRzZkWkgvOSszdDdlTStDMlZacHo1SnVqM0R2OFd4aW91TDVYUTZOVFEwcEtOSGo1NzJkaGFZVm1sNkdTUjdaQy9CcHAyOTJVVGhteUQ3eFNkdnRhU3ZtaDdINmRxU1hhREgxN3hXR1E2bmZ0clRwZys4c25QYzdjZEhJdS9peE03a0xZcTUzRFhEazY1OFprbmtVS2FiaTVacDI0YUx0RzNEUldPMy9XMSsyYmpycWNpV1d1M2g4Q1Y5NTc5MXo5UnJSNHk4dlBsV3plTU1TcEtWK1RvNWxuOWRjcVRMN24xYTlxdWZHNzlDT0hJaWpYRXplYzdjRTVkSGVtYitvTU5ISTJma0RBL0lQdlliMmIyanA4SS9nOE5ERndSTHJRNk5YR0p0ckp0V0JrYytmL3V0a2oyLzg3ZDhoUnp2dWw3eWVHVHYyUzM3Wno4WnY4Smc1SVJXNDJieVlnOWo4cy93ekhLajc0N2JlM1pIRGgyMWJka3YvT25FN2ZuNU05dmV3dExxR05FbDF1YytOKzNmZ2FNNzNQTTZnM2w1ZWRxNGNhT2NUcWM2T3p1MVo4LzRweCtkVVltZFRYRzdUL3d0anAxOW1hbm9DVHJhMjl2UGFPZDlBV21WZE1uRkYxODhaUWJKSHRsTHNHbG5iN1pSK0dMTTk3SjNlVzZ4ZnJqNmJLVTduUHJ2OXNPNjRjQU9EVTE0d2UwYmpCeW52U0V0ZTJ4WmRjemx1cGpQODAxSG1pUHlUdmxLWDRaV2pmNkx5blc1eDExUE5TbGI5ckl2a3JYOFB5VkhtdXl1aDJVM2ZreXloOGV2RkR3Y1dUZHQ5WW43K1U1Y1ZpQUJKLyt4Um4rOWhWUHl0TkFScVZqMlZxK1I5YmZ2a3R4dTJkdGVsUDNZbzlMRXo3WWNqWndFeUJvOTlHamlaY1Yrbm04NnVrWlBLaFI3NkdiTURwU0NLZnM1bHBRc2V3VUZCZHF3WVlPY1RxZWFtNXRWWDE5LzBzNXY5SFQxR1Jrbi9rYkdYdTZmNGtSQms4bk56UjM3REJhSDFFbEtzYkpIOXVhVU9WUDJKQXJmbVBsZTl2NW0wV0xkVjFramorWFFwNXQyNitOSEdoVFd5ZSt1L09aWVpGcC9mWHFXM3BKWG9qU0hVN2VXUnI0N3IyMG9xRC8wZGMvb2NYTzMvZUtrZjFIZmJEODhyUzlyWDRoU3R1emx2a25Xc24rWExMZnMxcS9JYnJsVDBzbUh4OW5IZnhlNTRGc2xLK2NTeWVHVGltNklMQnZxa3UxL2FXYVBtM09wckt6WFI3NzN6M0xLeW5tanJKeExJNC9WOTZjcDdyMUFwV0xaVzE4dDYrM3ZrSndPMlUvOUpuTEd6amp2TXR2N1IwOGdWRlFzYTAxVnBKeWRkMEZrV1grLzdDTXorNzVjZTgvdXlPT3ZXaTJWTDVVY0RsbXZmOE9KMjE4NWVIcFBhSDVMeWJKWFZGU2s5ZXZYeStGdzZPREJnOXEvZjMvYzlhSm5UOHpNekZSQlFZR2NUcWVXTGwwcVNRcUZRanAyN0ZqYyswMGxPc1BTMTljbnY5OS9XdHRZUUZLcTdKRzlPV1ZPbFQwcDhqM2NLVysrbHoxSjZqN25jamxHLzNmR08yTm44WjhqbnovT2NycjBoK29MVlQ3NmhlcTJUb1RnN3c3dTBPT2ozN3ZYZm5iazhIV1hMRG10azdjYjNWNDh4ODc1UzBtUnd2ZUpJdzJuLzZUbXFWUXRlNUxrMlBpU3h0NUhpblBHem5EZDZIZWhPVFBrV1BXbzVDa2R2ZVZFRXUwam54ajd2Sjlqd3d1anQ3dE96TmpGYkRlNlBhdjRscGd2YkErZkdNUHdVWVVQYkpWQ0p6N0htaEpTc094Smt1TlQveHo1d25NcDdoazd3M2Q4SVhMQjY1WGo1dmZGZktGNlRQNGUvOUhZOSs0NWJ2djA2SVlkY2JjN3RqMjNXNDZiYmo3eEpldTJQYmErWGJ0RDlzOS9tcERuTjQra1pObVRwSXN1dW1qc00xTHh6cHI0M0hQUFNZb2NUbmYyMldmSC9WTHJob2FHc2M5Y3ZlRU5rVGNPTE11S3U5M285cVRJeVRqT08rODhXWmFsZmZ2MnFhVWx4WDd2alpkU1pVOGllM1BJbkN0N0VqTjhDNkxzU1JvcmU1TGt0UnduL1l2cUd4blc1YnYvcE1lN1c5VXpQS1NRSFZhdHYxZlhIOWcrVnZaaXQrRzA0bThYOGFWeTJZdUl5WWJsT2ZsZjFJaGY0WU4vRnlsMkk3MlNQU1FGZHN0dS9NajRrN3VNM1hlUzdVWU43SlFDRFZJNEVObDNIMnFYM2YyNHd2dmZSZG1id2tJcGU1Sk9sRElwY21LV2lmK2lna0dGZi9EOVNMRUxCS1NSc05UYUt2dEhqNHova3ZYby9TYmJidFRRa01MMzNTdDd4M2JKNzQ4VXZ1NmprVm5HSjM4MmU4OTNia3Jac2llTlB5R0d3K0U0NlYvVThQQ3dhbXRyMWRIUm9hR2hJWVhEWWZYMTlhbSt2bjdjQ1RhaTk1dHN1N0VXTDE0c3k3SVVEb2VuL0xMc0JTN2x5cDVFOXVhSU9WbjJwQlNmNFZzb1pROXpBMlVQeHFWeTJjTmNrTkpsRDNOQ1NwWTl6QWx6dHV4SktWejRLSHRJSk1vZWpLUHN3U3pLSGt5ajdNR1VPVjMycEJRdGZKUTlKQkpsRDhaUjltQVdaUSttVWZaZ3lwd3ZlMUlLRmo3S0hoS0pzZ2ZqS0hzd2k3SUgweWg3TUdWZWxEMHB4UW9mWlErSlJObURjWlE5bUVYWmcybVVQWmd5YjhxZWxFS0ZqN0tIUktMc3dUaktIc3lpN01FMHloNU1tVmRsVDBxUndrZlpReUpSOW1BY1pROW1VZlpnR21VUHBzeTdzaWVsUU9HajdDR1JLSHN3anJJSHN5aDdNSTJ5QjFQbVpkbVRGbmpobyt3aGtTaDdNSTZ5QjdNb2V6Q05zZ2RUNW0zWmt4Wnc0YVBzSVpFb2V6Q09zZ2V6S0hzd2piSUhVK1oxMlpNV2FPR2o3Q0dSS0hzd2pySUhzeWg3TUkyeUIxUG1mZG1URm1EaG8rd2hrU2g3TUk2eUI3TW9lekNOc2dkVEZrVFpreFpZNGFQc0laRW9lekNPc2dlektIc3dqYklIVXhaTTJaTVdVT0dqN0NHUktIc3dqcklIc3loN01JMnlCMU1XVk5tVEZramhvK3doa1NoN01JNnlCN01vZXpDTnNnZFRGbHpaa3haQTRhUHNJWkVvZXpDT3NnZXpLSHN3amJJSFV4WmsyUU1BQUFBQUFBQUFBQUFBQUFBQUFBQUFBQUFBQUFBQUFBQUFBQUFBQUFBQUFBQUFBQUFBQUFBQUFBQUFBQUFBQUFBQUFBQUFBQUFBQUFBQUFBQUFBQUFBQUFBQUFBQUFBQUFBQUFBQUFBQUFBQUFBQUFBQUFBQUFBQUFBQUFBQUFBQUFBQUFBQUFBQUFBQUFBQUFBQUFBQUxIRFc4dVhMNy9mNWZCV2oxM05XclZyMWxDU256K2RiSVNremRtV1B4N05lVXNGcFBJNmp2THo4YmttZTZJSzB0TFJ6OC9MeXJwM3NEaXRYcnZ4Sm5NWE8xYXRYUHovZEI2MnBxYkVsdVRJeU1pNHRMUzM5Z2lUdlRBWWRSMVpaV2RtWEZmTThZbVNPUGw1bW5OczArdnhkc2NzeU1qSTJWMWRYSC9iNWZNdk9jRnp6bG12cVZRQUFBSURVdFhqeDRuL0p6OCsvT1hhWjIrMHVIaGtaNloyNHJ0UHB6Tm0rZmJzVnZaNlJrWEZKWm1ibXhZT0RnODJqaThKWldWbVhTbkxsNU9SY3MyTEZpbXNQSFRyMDFzSEJ3VmNrS1Q4Ly82cnM3T3kvM0x0Mzc4V2xwYVdmeWN2TCsrdUpqK0gxZWxkTHNuZnMyREZXcnJLeXNpN0l5TWc0VjFJb1p0WG14WXNYMzlmVDAvT0lwS0dKMjhuT3pyNGl6dE8xTWpNekx6amxEeVFPdjk5ZnYzang0azlVVlZYOXNiR3g4Y3BBSVBEcVRMY3hhamdySyt1UzVjdVhmKytWVjE2NWJycDNLaXdzL01mQ3dzTDNaMlJrbkJOZGR2VG8wUWNLQ3d2ZjczSzU4aXNxS240WVhmN3FxNi9lMXQvZi84eHBqZzhBQUp4Q2xpUm56SFdmSkV1U0Nnb0svbjZTKytTdldMSGlJVW1PT0xkWmt2SXpNakkyNXVibS9wV2tSWk05OEF6ZmhYWkl5anZGN1pMa0xDMHQvVUo2ZXZyaU9MZTVKQzN5ZXIyVmFXbHA1K2JtNWw3bDhYald4ZHZJb2tXTHJsbThlUEhucG5nc1YwWkd4dWJDd3NJUHJGaXg0ckhxNnVwRE9zVnp4WlF5empycnJPR3BWa3BMUzN0dE1nWXp3WlJqeTh2TGU1Zml6M0JZa3JKOVBsOUZlbnI2MmRuWjJYOHBxU1NSZ3lzdkw3ODdQei8vaGtSdWN6NFovVDF5MHVVMWE5WThHMis1SkZWV1Z2NnNxS2pvUXpHTEhEVTFOV0ZKT1pKVVZGVDA0WFhyMXUxV3pPL0dGU3RXUEZSY1hQekI2UFdpb3FJUGxaZVgvMGRSVWRHSFY2eFk4WGhSVWRHSE5XRVdjT25TcGQ4dkxDejhodzBiTnJ4NnFuL3IxcTJyajk0bm1yVlZxMWI5ZHRPbVRjZWkvMnBxYXV6WTY5UDRtVVFua1J3RkJRVTNLL0s3L2JUNWZMNktUWnMyOWVibDViMXp3azN4WnZpY1pXVmxYMXkvZnYxK3I5ZTdldW5TcGQvVzZOK1ZsU3RYUHJsOCtmTDdKVG5MeTh1L2twbVplY21aakd1K1lvWVBBSkEwNWVYbGQxaVc1VGx5NU1qTmtsUlJVZkc5bnA2ZXgzcDdleDlidW5UcHQ3dTZ1cjR6OFQ2bHBhVzNEQThQOTBvS1M5TGF0V3QzT0J5T2JJZkQ0WE81WFBuQllQRFE4UEJ3MS9Ed2NGY3dHT3dJQkFKL1BOVVk0cjBMblpHUnNUa2pJK05Tbjg5WDZmUDUxcWVscFZWM2QzYy8zTlRVOVA1VGJNcVdaRmRXVnRZMk5qWmU2L0Y0cWtwTFN6L25jRGk4dG0ySG5VNW4xdURnWVAzdzhIRDM4UEJ3bDIzYkQ0UkNvWWFKRytudTduNTI0OGFOOS9UMTlmMm1yNi92RDNFZXg3bDU4K2JqZzRPRHUveCsvNHM5UFQyUHQ3YTJmbERTd01RZFMwbmF2bjE3bHFUK1UvME1JTXV5TE9kVUsxVlZWVDIzWThjT254VFpxUjBhR21xZXVJN0w1U3Jac1dOSEl2ZW5waHFibFplWGQxVmhZZUV0Ky9idHU3eWdvT0RhMHRMU2Y3WXNLMjEwUElzR0JnWjJqTDRtT29lR2hub0NnVUJib2diWDI5djc1SklsUy83ajZOR2o5MHVhc2pTbml2VDA5TmZIVzU2UmtiRTVPenY3aWdNSERteU5XUndlR1JucDgvbDhlWU9EZzcwZEhSMzMrdjMrMnF5c3JQUDcrdnArSjBtSERoMjZYcU0vMzNYcjF1MlNKS2ZUdWNqdGRwZUdRcUZYZkQ3ZjZvS0NnaHNiR2hxcVI3ZFpsSmVYZDlXUkkwZHU3ZXpzL0srcHhsdGRYWDFZa2l6TGNsWlhWeC9ldjMvL3BjRmc4T0RvemE2YW1wcWhsMTkrT1hmQzNSWnQyclRwVUx6dGJkcTBxU3YyZWxsWjJWMlNGR2NiMHpJNE9IajR3SUVEYi9ENy9YWFRXSDFrWUdCZ2QzTno4OWxWVlZXL2RqcWQrVlZWVlgrVUpNdXkwc0xoY0VGVlZkWHZKWG04WHUrNkF3Y08vTy9wakdrK28vQUJBSkttcWFucEU5WFYxVHVMaW9yZTM5SFJjVzkyZHZhbG1abVo1NWVYbC8rN2RHSW5SSkxhMnRxKzJOWFY5VkIrZnY1TkJ3OGVmRU5lWHQ1YkJ3WUdkbnU5M2xXMXRiV0xKSGszYjk3YzB0RFFFSGZtN0JUYTl1L2YvNmFDZ29LL0R3UUNYWklVRG9jOWxtVjUrdnI2bnMvUHo3OXh4NDRkdVpJR05icmpFM3ZZMXVqaFdtNUp3NjJ0clo4SkJvTTdMY3RLNit6cy9PL096czd2U2ZKTDh0WFUxQVJpZHNiRzdyNXg0OGIyaVFOeU9CenB5NWN2LzJtOHdlN2N1YlBFNFhDazdkbXo1M3lOMzhIMlNWTHNvV1B4Q2lDVVdWTlQweGNPaC8wVGI5aThlZk80WXV4d09ES2kvMjhucm12YjlraGRYZDJTQ1l1TE5tM2F0RGZaWXp0MDZOQjFhOWFzZWFha3BPUWpiVzF0ZDNaMWRUMmtTTWwzMXRUVURPM1pzNmZtRE1ZVXkxVlRVM1BTWVlDU05IRjVWMWZYL3h3NWN1U0dCRDN1dkdOWmxoVnZlVmxaMlZjVW1XM3lGUmNYL3orMzI3M1k2WFNXU3ZLc1dyWHFlWWZEa1QweU10SXpORFQwYWlBUTJCVXRmSXJKb05QcHpJMW1iOE9HRFcyN2R1MWFFYjBjWGFlOHZQd1RveGVQWjJWbFhiaDA2ZEx2VHpiV3hzYkd2OTYxYTFlRkZKbmhpMTZlaHU2SkJXN2x5cFUvejhuSnVTSVFDT3phdDIvZkd6VDZ4dHdaeXBIazl2djl6ZFBkWGs5UHovMlM1SGE3bDhSNW5ZN1pzR0hENlI1bU9xOVIrQUFBeWRSLzhPREJkOXEyM1ZaVVZQUytycTZ1NzdlMHRIeENpcFNWaVRzZWl4Y3Z2cU83dS9zSGdVQ2dyN0t5OHV2NzkrKy9jUFNta0NSWmxoWHZzTXpUZWhjNkVBaThLRWtWRlJYZlZhVHNqWW5keVltV0twL1B0OEt5ck9IdTd1NUhZMWFOL2V4TVBKYkw1Y3FQTFdtbk1Pbk9ObWF1dHJZMjloQ3d6SnFhbXI1NHk2UnhzeC9lMGRtUHk4Wld5c3lzWHI1OCtWT1M1SEE0Zk4zZDNmY2xjMnlqZ252MzdyMWMwbkZGWnBySDVUWFI2dXZySzRQQjRFbXpteE9Nek9ZWVRDc3NMUHhBU1VuSnA2VkkwUXFGUW50aWJ2WXB6aUhuaXhZdHVzbnBkT2FQWGcwNUhJNzhVQ2gwT0JRSy9TRXRMVzFWVjFmWDk3dTZ1cjZ0bUZKVFdscjZxYUtpb284NkhBNWZkSFo1S2w2dmQwMXVidTQxMGV0OWZYMi9xNit2cjV6dWMvTjZ2U3VEd1dETCt2WHJkNHcrajdCdDJ5UHIxNjhmZTQ3MTlmVlZFKytYbTV2N1Y2RlE2QlZKOHZ2OXp4VVhGLzlUZTN2N1Y2Zjd1Sk5ac1dMRmQ5UFMwcXE5WHUrYTdkdTN1MHRLU2o1VVZGVDBzZGgxTm03Y2VEajIrczZkT3dza3llVnlGY1llWG9zSUNoOEFJS2tDZ2NBTGt1UjJ1L2NPRFEwOWRxcDE4L0x5L3NhMjdaRkZpeGJkMk5uWithM0J3Y0hETVRlSEZOblpkV3Y4eVFobS9DNzA4dVhMSDA1UFR6L2JzaXlQWlZtZTlldlhINURpNytSRVpXWm1YbEpXVnZhbDV1Ym0yNDRmUC82Nzlldlh2elJ4bmJQT09tdmNqdmlPSFR2U2UzcDZmaWhKR3pkdTdKcTRmdFR4NDhkL2Zmanc0ZXVqNnlLNVltWS9CaWUrQ2RIZjM3K3JycTZ1UkpIUFc1a3NPYjJTdkpzMmJUcHB4bmppWjY1Tzk3QzZLSWZERWRRc2w4cTVyck96ODU3T3pzNTdhbXBxN05ILy8yTnYvbmk5M3FYeDdsTllXUGgzalkyTk4xVlZWVzJURkd4dGJmMU05TGJNek15TFBSNVBtU2I4TG1wdGJmMWlhMnZyRjJOL2Q3aGNydUxvWVowdWx5cy85cklrTFZxMDZQcVdscGJibGl4WjhwK1NOSjBaUGtuS3lNajRDOHV5bkt0WHIzNnVycTV1WTMxOS9aYTFhOWYrZXZmdTNadWk2eFlYRi8rLzdPenN0OFI3ZW1WbFpWOCtkT2pRbHNMQ3dnODBOemYvMi9yMTYxL3M2K3Q3Zm1CZzRNK24vR0ZPNGRDaFEyK1hUdng4MjlyYTdtcHJhN3RyOU9iTW1wcWF2cDA3ZDFhSVE5ZW5qY0lIQUVpS2twS1NqeFlXRnQ0YURvY0g2K3ZySzVjdVhUcnVuZUJnTUhnd1dyUWthV2hvcUxXK3ZuNjl4K09wWExseTVjTXhmL0RIeXBKbFdlNk5HemUyUnBlM3RiWDlhMGRIeDFkaXR6dWRkNkZmZWVXVlI5L2c5UUFBSUFCSlJFRlV2NVdrMHRMU3o1ZVVsSHcwNXQzeFNmOU9kblYxZlNjWUREYVVsWlhkMDlYVjlkaUVkK045TlRVMWdYanYwRWNmSy9xTzlOZ2RmTDVsUzVjdXZjL2o4U3lOdnVzL3VxNUxralp2M2p5MkV4OE1CZy91M3IzN2RaT05EU2VMUGZ3dGV2aGR2R1VUV0lzV0xicXB1N3Y3NTVabE9TYzdIS3l1cnU0c1NaM0pHRnRaV2RtWDgvUHpiM0E2blprN2R1endUU2h6azMzMkNyTW9NelB6ZkVtcXJLeDgrc0NCQTVkR2wrL2R1L2Z0a2xyajNTY1FDUHg1MGFKRlcrUGROdEh3OEhCNzlQRHdEUnMydE1WZWxxVFcxdGF2U09xT0ZyNnBadmpTMDlNWHIxNjlldC94NDhkL05YcW84bktOSHAxZzIzWWdJeU5qdytobjV6eUZoWVgvZE9USWtmZE4ySVNyc3JMeXZvNk9qcnNEZ1VCMDVuZmcwS0ZENzE2NWN1WGorL2Z2ZjJNd0dOdzNuZWVXYU1QRHc1MTc5KzdkTXRudEhOSUpBTUFzYW10cisxcGJXOXMzempycnJDNHBjcGpZNkNGRDhmNFdEZS9idCs5Q1NlNktpb3B2SFQ1OCtMMlNndEVibzJWcDhlTEYvK1owT2oxTlRVMGZpck1OYVdidlFoZU9uaW5VVVZGUjhlRGh3NGZmRS91WThmVDE5ZjBoRVorWHlzL1B2MzdKa2lWMzkvVDBQTHh2Mzc0ckpQVk5YS2UydGpaWGNUN0RoK21KenNxTXlxeXBxZW1MdDB4U1JuRng4UTJabVptWFdaYmx5Y3ZMdTZxN3UvdHgyN1pIOXUvZi8vcUtpb3FIOSt6WmMrN29mWW8yYnR6WUlLazdTV05UYzNQelI1cWJtejh5Y2ZaNGx2Z2tLUkFJTE9qRE5VL1h3TURBQzVJY2hZV0Y3eDhjSE55ZGxaVjFnU1FkUFhyMHU2T3J4QzE3by9mOTN5VkxsbnhMa1RNWG4vUjZqelhWREovaTVHL0RoZzJ0OFQ0YjZuQTRNdXJxNmhiWDF0WVdTQm9jUFV2bjJLSG9IUjBkM3lvcUt2ck1LNis4OG80bFM1WjhmbkJ3c1A3NDhlTy9qdG1FTlhyWXV6bzdPKytKM1hZZ0VIaWhwYVhsYzZ0WHIzNzJ3SUVEYndzRUFuODYxZk9hRFM2WHEzQW0zeUdZS2loOEFLYkxyY2poYzV5VkRhY3JwQW1mY2ZONFBKWHh6bkFZUFZYNGtpVkx2dVQxZWxlVWxwWit6T3YxTG05c2JCejNQVmhEUTBQTkhzLy9iKy9PNHhzcnk4V0JQeWY3eWRKbWJaWW1UWk5tT3BsdWFjTWlJNWRGd2UyaWdnaUNGeEFRL0xGY2x2dERYRkJFRUFFQkVSY1VVVVFRUlVFRUJBSDFCdzZDZ3FCM2xrNmJibW5hZEUzUzdOdEowaWI1L2RGenl1bHAwcWFaR2Vrd3ovZnptYzhrWjh0SmVwcWU5MzJmOTNsRU82dTgzcVo2b1cwMjI3MnhXT3hSblU1M0RVVlJiem9janFlOVhtK2xHbFdyR0kzR1crZm41MzhJQUFIMnFBekE2bEVhemczOEtsYXI5UmRlci9janlXVHlqeHU5SGpxMFNKSlVxRlNxODJPeDJGTU5EUTJuakkrUHI0U3o1WEs1U1I2UHB5Qkowa3hSMUl4T3AvdFVQQjUvRHQ3aCtXdmQzZDBCZ2lCV2ZvK1lFZkJ5dWJ5MDNuVzNFWklrbWRJZmEyck5IWUg0SkVrZUJRRFExdGIyakZBb2JCMGVIdjVBYzNQelhWS3A5Q2l2MTN0YVcxdmJNd0FBZnIvLzB0YlcxbDlOVGs1ZURGWG05VklVTlV0UjFEOTFPdDFubUt5YTdlM3RyNDJPanA0Sm5OSGlDaU44UndNQTBkUFQ0Njkyc2dLQlFMZG56eDRqZHpuZFVWQjEzbWMwR3YyRndXRDRRa3RMeThNS2hlS2t3Y0ZCZGlTQjJHNjNQeXlSU0Z3ZWoyY25WRWlvRW8xR0grTHhlSUwyOXZaZEN3c0xkOC9OemQxQmtxU1dvcWpwYXVlNkVhbFVlb3hBSU5BbGs4a1hOdHAyWkdUa09JZkQ4Y2YrL240OWQ1M0w1WXFQalkyOXI5N3pPSnhoZzIrTEVvdkZqbncrUHdNSEVETXZrOGw2MUdyMVJldjBmQU1BQUVtUzVyYTJ0dGNIQmdZNmdlNWxFb2xFVHB2TjlyT1JrWkdhQ20vSzVmS1RTNlhTYURhYm5kdm90R0E1Z3gwNG5jNjl3OFBEcHdCQXBKYlhRTzhzdTkzK1dDYVQyUjBNQnUrb2RSKzFXbjJPUkNMWk1UYzNkL042MngyRWExQnB0OXNmWk9MKzBidEhOcHQ5ZlhGeGNaS2lxSkY4UHU5bHBRMEhBSUI4UHUvVmFEVG5WZGgxVTczUUdvM21JcGxNZHNMQXdFQ1hUcWU3SmhnTWZpK2RUZy9DOG8xUlZTUkpXb3hHNDFmb0JoOEloVUo5cFlRc1RBUFdhRFRlMnRUVWRIV2xZOWxzdHQ5VVdyNXYzejV0aGNYQzljNExyY1hOZWxsdEdVVlJDOFBEdzhjQUFKaE1wcTl6MTBjaWtVYzFHczMxTXpNek4rajErdXNQeHZkT3JlY0d5L01HMTNTNkNRUUM3WG9kSi9XU1NDU3V4Y1hGQUFCa0QrUTQ3d1lHZytFNnFWUjY3TlRVMUJXcFZHcFhQcDhQMjJ5Mkh5cVZ5alA4ZnY5RmRHY05BUUFpa2lSMWRGM1FkWk00QlFLQk8xcGJXeDlKcDlQUEFBQklwVkkzQUN4YUxKWWZBUUJmbzlGOEpoS0pQTG00dUxneVVoaVB4NTlzYVduNW5sS3BQQ01XaXoxNUtONXJKcE41UTZ2Vlhrd24xQW94eXhVS3hkRmlzYmpENC9HOEQ5YnBCQWlId3oraEtHcTh1Ym41cXdEUVlMZmJkNFhENFo5dDV2NEI2RHFwTnB2dFlZbEUwdTMzK3orNzNzWk9wM012d0hMNE00L0hrelBQMmZoOHZvS1oyeGdPaCsrclZBYm8zUW9iZkZ1VVhxLy9ra2drYXZGNnZhZDNkM2Q3QVphemhmSDUvTWFscGFVUWU5dng4ZkdQWmJQWlBkeGpaRElabjkxdS8zUW9GUHJ4ZXJIVVNxWHlva3dtOHpxd1FnclVhdlhwOUxLYUtKWEtNM2c4bm5LOWxNd2tTYlpzMjdidG4vMzkvU1lBS0VxbFVoZmdUY3RoWTM1Ky9tNjczZjZMWURENGJWaWRJS09xR3VxTEFVQmQxNkFFVm5lR1NKUks1U2VyYldNeW1iNmgwV2hXalF3SmhVSTlPOVUrZzA2NVgwc0dSVlFmRVhjQnV4UURWelFhZllMMVZBd0FxK1ltSlpQSjNYYTd2UnNBaERLWnpDa1VDcmZGNC9Ibk45c0xMUlFLbS8xKy8zbkF1Z1l6bWN4THNNSGZTWklrUDVoT3A5OENnSnJxbk0zUHozK05uYmlCNFhhN3kvdjI3VE5ENVNRRUsrY2dsVXFQMFdnMEY2cFVxclA3Ky91Wk9UcHFraVJsQUdDbTMrc1JuVnlqbWhveVlRSUFnTlZxZlRDVlN2MkprMzExUlRBWS9GRjNkN2RISXBGMHBGS3AxOWlod1NSSld1b1p5VGlRY3hPTHhXMjF2RVk5NXlhWHl6K2NUcWRmMjNqTGQ3OUFJSEEzODFnc0ZtOTN1VnplYkRhN2QyeHM3T2gwT2owQUFKQklKSjd0NmVtWkFRRGV3c0xDanpjNlpqS1pmREVhamY2NnJhM3RkWXFpOXFiVDZiL3FkTG9MK0h5KzB1UHhkQmdNaHE4WmpjWmJDWUlRZG5kM3o4Rnk5c3dsZWpTWHAxYXJ6eGVKUk5ieDhmRTFrUWdFUWZEWmM2Slp5NW52WUNuOWora1U0Q21WeWpOTUp0T3RGRVVOakkrUGY4aHNOdDhuRm91M2gwS2hyMUVVTlp0S3BmNCtORFIwREd5Y2pSZ3ltY3pMbzZPakx3TUFURXhNbk5qYTJ2cVNVQ2hVejh6TWZHR2pmUUVBNUhMNWNjVmlNWlhOWnY4NU1URnhJV3d3aWo0OFBOd0xBTWFXbHBhdngyS3hwd0tCd0MzY2JWd3VWNXplN29pRERiNHRhbXBxNm5LNzNmNjR5V1M2bWFrbm9sYXJQNnRTcWM1a2g1Y3cxR3IxcHl3V3kwOHFIY3ZwZEw1VmFmbStmZnMwUFQwOVFUNmYzMUF1bHd0TUNFaC9mNzlXcFZLZFJ4ZjFYSm1vT3pRMDVPYnhlRXFIdzFHeFZoVEE2dkFsQmhOT29sYXJMNHZINDcrSGQzbnE1bmNEYm9ZM0JrRVFmSmZMdFNZeGdkZnJQU0dUeVhqcXFDK20zK3cxbU0vblI5MXVON1Y3OTI0ZEFGVE5jc2plWm01dTdxYTV1Ym1iM0c1M21Xbk0wVGZZU2dDQTdkdTN2OEpNOHNZNlpvZFVVM3Q3KzVQcGRQcTE1dWJtMjJablorOFpIaDQrbnNuYXlVYVM1SHNBQUJRS3hmRnl1ZnhrbVV4Mmdrd20yems1T1hrSnM0MVVLajFhSkJLMUZBcUZDWmxNZHBKSUpHcFNLQlFuRll2RjRHWjdvVWRIUjgrQ2RlWmhWY3VvcVZhcnowa21rMDl2NWtQWUxMRlkzQW9BME5uWjZTbVZTdmxrTXZuY3hNVEVXVUIvbHlxVnloUHRkdnZUNVhKNWliN0p4TERyMWRKMC9UcTJBaXczanJXdytudWtRUzZYbjBJWEZhOG1rOGxrL3FsVUtzK1luSnc4aDdWY1VzZElScjNueGdNQW9xV2xaVlZLLzNYVWMyNDZqVWJ6bWNuSnlVb2o2RWUwZkQ0L01qUTB0Sk5UbWdGOFB0L1psYlpQSkJMUFE1WGZ5NW1abVdzcGl0b2prOGwyQm9QQjcrVHorUWs2S3FIczkvdTVTVjFFOEhaSGVabit0OUlCbTA2blgyRWVKNVBKUDN1OTNnOXhYOC9oY0x3QUFORFYxVFVrRkFxYm85SG9Md0JBM2RYVnRUdWZ6M3VucDZjdloyb0JKaElKbDlGby9QeTJiZHQyajQyTkhVMTNHS3hwN0FVQ2dUdGhuZXN3bTgzT2VUeWVVMlF5V1dlMWJialM2ZlJmOSszYjF3WnJreUhsWjJkbi95K3NuVjh0c0ZxdGQyV3oyYmVxRlo1UHBWSXYxZnI2N3piWTROdTZpajZmN3p5Z3c0bDI3TmpSTHhLSkxBUkJDTmk5NGFWU0tlUHhlRHFqMGVnVG5KN3dXZ2pvZWxBay9aenZkcnZUY3JuOHhGS3BsR1pubDNPNVhGR0NJSllvaW5xTGFjQ0p4V0tIeFdMNWtkZnJQUXVXYXdFQkFBanNkdnNUd1dEdzVrd20wODk2TFpWV3EvMXZIbzhuMTJnMEs4UHlmWDE5YTdJbCtmMysvNnJqdmFDRGlHa0lHWTNHci9MNS9JYVptWmt2c2RlclZLcnpOQnJOK1Y2djl5T3N4WUk2Nm9zUm03MEdEL1M5VlNLVlN2L2pVQndYcmFiVDZjNk54K1BQaGtLaGUvVjYvUmM3T3p0ZjUvRjRDbGdPZzFycHVTWUlRa3dRaEdoeGNYRTZuVTYvUVJBRWIyRmg0VUd2MTNzT1NaSnlIbzhuYTI5dmYxVXNGdHRtWjJldmowUWlEelkzTjM4bGs4bnNMaFFLdm5wN29kZkR6cWpKNmhRd0tCU0s5MDlQVDEvRjNyWlN4eGRCRVB3S2h4VUFnRlFpa2FoZytidSs0dm55ZUx6Yy9QejhONlBSNkNQNWZKN2RZeThCQUlqSDQ4L2dxUFNHdU44ZGhZV0ZoZSs1WEs1eHpzK0dsMHdtWDB5bjA3c0JRRjhxbFZiOVRFaVN0SmpONXArWHkrWEZpWW1KOHkwV3l3L2xjdmwvVEUxTjNRRUE4L1dNWk5SeGJxL1N5VUg0aFVKaE9oQUkzS2JSYUM1WnI4d0hBT1EyZTI1V3EvVTd1Vnh1a0o2amlEaTRqYjMxVk9xb1o0dEVJZzlISXBHSGEzbFpXT2Q3Ylh4OC9Bem1jYVhHSHIzOFB3RUFCZ1lHckp6bEozUEszZ0FBVVBQejg5K2tzNEJXRGV0bGFxbHVZRDZUeVZSTllsTkZwY3kzaTFWcS9TMzUvZjRMMWp2WWtUenRBeHQ4Vzl0Szc4WFEwRkNQdytGNExocU5QaE9OUnBuc1QydGkvQ3ZkYUhBdExpN09jYkxLTWVFL0FvQ1ZlaTYzYzNZVEVBU3hxamNsbjg5N0tZcjZsOGxrdW82Wm8yVTJtKzhvbDh0Wk9wM3ZpcGFXbHR0VHFkU0xQcC92MDh3eXQ5dGQzck5uanhscURJVkMvMzZKUk9MUGRBL3lxZ1pmUTBQREtlbDAraStjelVzSFVGK3NybXZ3WUttU2poMGRaQXNMQy9jRDNSc2REQWJ2NEl3MFZPcTVMZ0xuNW9haUtINGlrZmg5SkJKNUpCNlBQMHR2STVUTDVTZHJ0ZHBMaG9hR21EbWZtKzZGcnFMRXlyZ0hBQ3NaK0VvQUVCNGJHL3NnTzJRK0dBemVNenM3ZXozM0lHYXorYzRLeDFhNTNlNFFBSlJqc2RnVGxjNFpBSUNpcUJtS290YUVnUUxBVXFXd0pWU2I2ZW5wNjZyTmNlL3E2cG9TQ29XbVNDU3lNc2VuVUNoTU5qVTEzUktOUm44UmlVUWVCWUJ5THBkN1JhL1gzNlhYNnk4T0JvTzMxek9Tc2RsekF3QklwVkwvOG5xOUp6S2g4c2xrOHZueDhmSFR1ZHUxdGJYOW5ubTgyWE1MQm9NM3d2S2NRWXg2T0FKVWFPeXhIZkZ6T0E5M2VKT3pCV20xMnN0TUp0TnRUSTBkWm5sblorZUkzKysvUEoxTzcyS1c5ZmIycGl2RitkZEk0SGE3RjFrOXc4eHpnZGxzdmllZFR1K2lRekNodDdjM3UzZnYzaFpZRGk4UmQzZDNNNGtUQ0dEOU1SQUtoYzMwQk84aUFFQXVseHNPQm9QZnNkbHN2eG9kSGUybUtHcGxSSThPcnpNQ052aTJOS2ZUdVhkMmR2WksxaHk4QnBmTDVSOGRIZTFpWlQ1Y0Y3dSsyT1RrNUVXc3NKTzZya0czMjEwdWw4dXJHbjhFUVlqWnl3aUNFRE1oblRxZDdpcUR3WENqVUNqVUx5NHVCZ3VGd3JCTUpqdUpmbDBKSGY2NUV1cUpveVZIdkg5blFXMGUvZjltRzZJSUlYU29pWUFUTmtvbkZSd0g3QWc0ck9BSTN4WVVEb2NmQ0lmRER6QTFkdGhGSW0wMjI2UHNiWXZGWXJ5N3UzdG0vLzc5SFFDUXJLV2c1T0xpNGp5VGdReWc0bWhNTVJRSy9XVDc5dTB2NWZQNTNSUkZUUk1FSVlTM1J4d0pvVkRZWE90TnNVZ2s2dlQ3L1Jlekczdm84REUvUDMrcjBXaThKNVZLSFE4QUpiUFpmR01pa1hpMjFzWmVMZlhGTm5zTlZyajJERzYzZTU3ZFFjS2VpN2V3c0hEZndzTENmVzYzdTh5RUpEUHJ4V0p4U3kzdkF4MVIvcDN6akxHaGg5QzdSRTlQVDVnZC9uMG9xZFhxejBhajBZYzJ1MjR6dEZydHhRcUY0bjBURXhQbjBvdkU3ZTN0dS9idjM5OEZWZVpIMTV0MVd5d1d0MHVsMHFOaXNkaXYyY3NWQ3NWSFU2blVIdzcwdlJ6cHNNRjNHR0NTdGh6c2JSbXNMeWRtWGhVVUNnWFB3c0xDL1VhajhmcytuKytUZEVZb3BzRW5LSmZMTmQ4UUZRcUZ3VUtoRUtpVUhyclNITDVLcWFYUk95ZVJTUHhPcDlOZFpEYWI3MHdtazM5UnFWUVg3TisvditZc1Y3WFVGNnZqR3VSbTZWeURHYjNiNlB6a2N2bDdBUUFjRHNmTFhxLzNsQnJlRWtJSUliUVJmbDlmMzVyQzUwekhwRlFxUGFhOXZYM1gydDFXR3hrWjZhQW9hb3E3M0dxMS9xUmFvNDY3cnJlM04xMHFsVGJNM3N2ajhTVHNxREd0Vm52RnpNek0vekRQMVdyMWVRS0JRTmZaMmZtLzdQMEdCd2Q3Z0E3N1BJRE03NlhtNXVZN2lzVmlqTGxmVUt2Vlo4dmw4dFBZRGI0RC9keU9WSGhqZlpod3VWenhVcW0wSmwwM244OXYzTHQzcjRKNTduYTd5NHVMaTJzeUpUTG9HbEZDcUNHTFd5QVF1RXNpa1RURDhrMXpDZWo1SlNSSnFrdWxVbkxkbmRlS2NCdHlPSWZ2OE9IMWVpL283dTRlME9sMFY0K05qWDBRQU5aY1l3ZXh2dGlLYXRkZ0xWazZBVURyZHJzWHFvMUVaN1BaTndHQXA5UHByc3psY2tOMEVnVGd6dGRDaHcrUlNPUmNMNUVDSGE0cmxNbGtKelUwTkx4dmZuNytWdUJrZXF1amQxcEdrbVEzUlZIL0FGaE9teCtOUm4rZVNxWCtMcGZMVCtMeithSkVJdkgvRHVMYlJIVlNLcFZueHVQeHB5cXNJbUE1UGIxTUlwRklxOHhsNGdGQUl3REVOdm15c3I2K3ZzUjZIWmt5bWF5SEpNbGpOMXNURE91WGJua0VQYlZnMVpRRlptVTJtLzBuMDdqcTYrdkxEUThQdDdFalovUjYvUTBxbGVvVDNHZ2FKbGNEUVJEOGFua2JXT3VXbUlHQVdrWWUyWGtoWkRMWnFhVlNLWlZPcDE5eE9CeC9tcHVidThGb05ONFFpOFYreDJSdWJXcHF1bEtwVlA0WEFGQUF3SzhuNnphN2RFUzVYRjV5T0J6UDUvUDVDUUFBc1Zoc3krZnpFOHcya1VqazBVQWdjRXM5bjl1UkRodDhod0d4V0x5TklBaEJwZEc3U3VuejZlMHFOdWcybVhJK244dmxmQURRVkNxVktHYWhVQ2pzeXVmems1czREanFNaWNWaWg4bGsraVlBOENtSzhwak41bS9QejgvZm1FZ2svc3plN2tEcmkxVlI4UnFzQTU4a3lhTUFBTnJhMnA0UkNvV3R3OFBESDJodWJyNUxLcFVlNWZWNlQydHJhM3NHQU1EdjkxL2EydHI2cThuSnlZdWhoaXlQNk5EcjZla0pWK3J3NHZGNDh2NytmcTNENGZpVDErdjlrTlBwL0ZzdE56V1pUR2JRWkRKOTJlbDB2dUgzK3ovT0RqZmZiTyswUnFNNVc2UFJmR1owZFBUOUFBQ05qWTJuUnlLUjd3SUFsRXFsbE5WcWZieXhzZkdscWFtcDYyRDVwbWhWQ0hPNVhNN1IzOWtDdDl1OVdDcVZWa1lFZUR5ZURPZVRIanhXcS9XaGVEeitsTlBwZkl1K0tTMEJRRWtzRnJkbk1wazNscGFXSXNWaU1lYjMrNitReVdRZE1wbnNGSWxFNHBCSUpKMGtTWFpGbzlIZlRFOVBYN25KbHlXcVpHaGRVU3dXVTgzTnpkOE9oOE4vQUlCQVgxL2YwdExTMHFvYitVclRLTEIrNmRaaHNWaCswTkRROEJHQlFLQmhHaWVEZzRQT0duY1gwSFdXMndCZ0ZnQkFKQkx0TUJnTVh4NGFHbm92Y0VMTW1Xa0pmWDE5Uzh4anJrcnI2RERQWndFZ2JEUWF2eG1KUkg1ZEtCUThBRkJXcVZRZlcxcGFXblYvYUxGWWJwK2RuYjFPb1ZBY0x4S0ptdVZ5K2ZzeW1jenJFb21rbXlUSjk1UktwYkRCWUxoNWZIejhBN0E4bjYrdXJOcytuKzhrZzhGd3o4VEV4SlVBRUhXNVhQSEJ3VUVIdlYxOGNIQ3czVzYzLzJwbVp1YWJoVUpoc043UDdVaUhEYjZ0U3dBQVBKdk45dmpTMGxMa1VMNFFOOU1uVjJOam80dGQ3RjJqMFZ5VVRDYi92TjQrNkxBbmJHaG8rS0JXcTcya29hSGhnK0Z3K0VGNm5taTZxYW5wYXF2VitsaXhXSXhFSXBISFVxblU3ek9aekQ0NGdBbmNtNzBHTjh0Z01Gd25sVXFQblpxYXVpS1ZTdTNLNS9OaG04MzJRNlZTZVliZjc3K0lEaDhoQUVCRWtxUk9xVlNlRHRqWTIxSUdCZ1phdWN1WWhoTkprcHZOaUJnWUd4djdrRmFydlpTaUtLYnhWVmZ2dEVhanVTd1VDdDFObjBjTGo4ZVRwTlBwSVFDQWJEYTdlM0J3OEJpTHhYSVRzSktrc2NPbXVOYytPNXdLYTBJZUd1RncrS0Z5dVV4RklwRkhBSlpIVEVaSFIwL1NhcldYaThYaWJRQlFLSlZLSW9JZ1JLbFU2bThhamViaVBYdjJLR0c1SVNSd3U5Mkw3RVlQM2RnUnduSUNxQlM3MGM3Zy9wenB4cndRQUpaeXVkekUxTlRVNWNCcWpIRTdlRGxUSXVxNlZyRis2YUV6UFQxOXRVd202OTYrZlhzLzAxaUIydSt4MVFCUTF1bDBWNlhUNlZjQkFKcWFtaTduOC9ueWpvNk9Od0dnekk3a1l0Q2plRFhuUmhBSUJHS3IxWHFuMysrL1ZxdlZYcGpQNTMwU2llU2N1Ym01bTVxYW1qNC9OVFcxVWxxQkpNbG1raVRkemMzTjN4ZUpST2FwcWFsTFZTclZweVltSmo1UGtxVFZicmYvRWdCS016TXpOOUIvLzlrMmxYV2JvcWhaaXFMMkdJM0dLK2JuNTIvam5uZERROE9IYzduY0tLZXhWL2ZuZHFUQ0J0OFdKWmZMVHdBQW9DanFYNEZBNEI2TlJ2T1pLci9ZWXU2Q3pYd0JBS3k2d1ZnSk4yaG9hUGlRMVdwOXVGUXFKWVJDWVFzZCtnUU5EUTBmYm1ob09IWGZ2bjBkdFI3ZllEQjh6V0F3ZkltN3ZGUXFaWHA3ZTcyVjlqbUF6S1Bvd1BHZFR1ZnJRcUd3T1J3Ty84em44MTBKckxEYlVDajBuVkFvOU9PbXBxWUwxV3IxNTlScTlia2VqK2M0V0QyQnU2YjZZb3pOWElPTVN2TS9tVVJIWElGQTRHN21zVmdzM3U1eXVielpiSGJ2Mk5qWTBlbDBlZ0FBSUpGSVBOdlQwek1EQUR5NmVEWGFRdGhoUHpWUXUxd3VYNlVWTHBkcjFjMXVjM1B6WFFETDRjWDE5RTdMNWZMalNKTDh1ZFZxZllnZ0NENlB4NU82WEs0MW5YUnF0ZnF6K1h6ZXh5bUpnLzRObkU3bmJwRkkxTUxuOHh0NmVuckNZMk5qdlMwdExiOHNsVXJSV0N6MkhNQnlZNzJ4c2ZGajQrUGpGd0FBVUJUMUZrVlJid0VBdExhMi9ndzRjNGFaUmcvQTJzWU81KytYM08xMnB5b3RBMWhkU3NsaXNmQkhSMGVQWlIrcnI2OXZjYytlUGR6QzdGaS9kQXRxYkd3OEN3QkFyOWRmR3d3R0g0SEtVUzFyeUdReVV6NmZIeFdMeGEweW1jeVZ5V1QyemN6TVhEc3pNM090U0NUcXNObHNQNnEwWDdsY0xsYkwyMUFwWjBJb0ZQcUowK204ekdxMWZqOFdpLzB1R28wKzN0blp1UytiemU0bENFTE9oS1VETERmQzl1elpvMjlvYUhpUDBXajhZandlZjVZdWd3TWlrZWdFUHArdkpnaENSRjliNjJZMW5wcWF1dHhzTnQvRDUvUDVUTlp0Z2lBRUZFWGwxV3IxMlVhamNhVThqMXF0dnBqUDV5dVk3M3MrbjYrd1dDemZCMWl1L3dzQXdEU282LzNjamxUWTROdWkwdW4wMzBaR1JuWm1zOW4vQlFDSXhXSlBWeW9vMmRyYStnajdlU2FUK2V2SXlNZ3BVT1dYeitGdy9CSGV6Z3EzTkRRMHRKTzFlbWx3Y0hBYkFFQXltZHcxTWpMeWZvRkFRSmJMNVRBejhUV1pUTDQ2T2pyNm43Q0plWGVCUU9EV1FDQnc2OFpib2kyaU9EdzgvQkZZbnF0UzdVczhHd3FGN2crRlF2ZEQ1UVFxTmRVWGd6cXVRWUNLV1RvcjBicmQ3alZGVy9QNS9NalEwTkJPN2x3dm44OTNkZzNIUk84UVZxODVBSDJEUVgrZlZSSmwzNUFEQUxTMXRmMmhzYkh4TklxaUJrWkhSMCtFdGRreG1iK0htK3FkWmwrTFZxdjFvWHcrUHhrSUJMNVIrenRiclpaYXFtaHptRWEyeStXSzkvZjNhenM2T2dZQUFNeG04MDliVzF0VnNOeko1YzNuODZNZEhSMnZ4dVB4NThSaXNVMHFsUjVOMzlTSzZnalRxd2tUZGllVHlYb3RGc3RQYzduY05IdDl1VnhlcjdNTTY1ZHVIU0tGUW5IcTB0SlN0Rnd1OHpzN085OGFIQnc4c1Z3dWI5allGb2xFemx3dU54eUpSQjR5bTgwL0doa1pPUkhvdjcwdExTMzN6cy9QMzFWcHY4Mk84QUZBY1c1dTdnYUh3L0dDeCtOcEE0RE0vUHo4N1RhYjdYRjJqV1NXWkhOejg3ZW1wcVl1QUFCUUtCVEg2L1g2cjVJazJUMCtQbjRPUVJDTFZxdjFFWVBCY0hNa0V2bHhJQkM0QjJCeldiZWowZWh2bzlIb2J6ZnhIbGJVKzdrZHFiREJ0M1V0TW8wOUFJQktqVDBBZ01uSnlRdlp6NW53aW1xOFh1K0gyYy9aUFRvQXk4WFU2WWVGUXFFd1ZDaXMrVnVUNWU2RDNwWFdTNGJDVldsVWJXSDM3dDNNdkpWMTA4N1hjUTNXS2x5dFliaGVZZyswOVhWMWRZMFBEQXkwY3IvUHFsRXFsYWNYQ29VSkFJQk1Kdk9xWHErL0poZ01mcmVXZmRmcm5lWnNLbWhzYlB4b0xRa3dlRHllbExsUks1ZkxLL083NkI3N2xYazNSM3FZM0tFZ2xVcVA5bmc4WFNSSkhtdXoyUjd5K1h6bjIrMzJYNFpDb2U5S0pKSjJ2OS8vWlFCWUNSODNHbzIzR2d5R0wyd21USS9kYUdjYVJaV1dNU1FTaWQxdXR6L245WHJQZ3RYejc4VkxTMHRyT3EycXFlVmEzVXhrQkZPL2xEbC96dmVtQk42dUlYbkUwK2wwbDZWU3FaZkVZdkgyVUNqMG5VUWk4UndBbENyTmQrUlNLQlFuWnpLWk4rTHgrTE1hamVZU3M5bDgrOHpNekplTVJ1TlhBYUNZVENaZnFMVGZaa2Y0QUFCRUlwRVpBRXBTcWZTWVhDN25veWpLUXhDRW9GUXFyVW5FWmphYmI4dG1zL3ZLNWJKUW9WQjgxR0t4ZkNzZWovL082L1dlQ3dCSkFJREJ3Y0VPZzhGd0ZaL1AxelA3MVpGMUc3cTd1MmZXeXlMSzUvTWIrL3Y3ZFFmamN6dFNZWU1QSVhTb1lIMHhkTENVQVFENit2cnkrWHgrVENnVW1qbzZPZ1pFSXBGOTc5NjkwZzMyMVRVM04zL2I1L09kck5QcHJwcWRuZjFXWjJmblc2bFU2bS9aYlBaZjNJM3JxRXNLQUFBcWxlb2pBb0ZBNjNBNC9zaWRieW9VQ2czVDA5UFhoc1BoQndBQVNxVlNscmxSWTgzdEVwZEtwVFUxS3RHQkkwbXlSYUZRbk1Ybjh4dE5KdE9kRkVXOUtSQUlEQjZQNXdNQU1KL1A1OGVDd2VDMzFHcjFPVjFkWFc5RklwRkg2UVJVT3ExV2V5a0E4RnBiV3grYm5KejhISEIrN3BWd2ttWEkzVzUzcXRJeSt0eU9jemdjVHdvRUFwM1JhTHplNS9OZHd0cE9uY3ZsaHFxOUR0WXYzVHBJa3V5WW1wcTZVYXZWL2pjQVFENmZINVBKWktma2NybXhTdHNybGNxUDUzSzUvbHd1dDZCVUtzOGFHUm5aQ1FBd1BqNysyYzdPempja0Vra1BTWkxkKy9mdlA2YlMvbldTR1F5R0d5WW5Kejl0TkJydmlFYWp6MWdzbG0vVERiRzdVcWtVTzlvR0doc2J6eWdXaTNHOVhuOTlLcFg2aThmajZYYTczU1htUFRMNGZMNlN6a0s3YnB1aVd0WnRBQUNCUUtCbFg0ZGNGVG9sWlAvR3orMWRBUnQ4Q0NHRXRqb0NBS0JRS0V4N1BKNnVycTZ1U1kvSDAxWER2RDZCdytGNE5CUUsvWUNWb2p2cjgva3ViR3RyZTJwc2JPelVmRDQveXQ2aG50NXBBQUN0Vm50dElCQzRTNlZTblRrNE9PZ0NPaU1uQU9oY0x0ZElPcDJ1V29jU0FJQWtTUldmejIvQWtNNkRyN1cxOWJsTUp2TkdzVmhNek03T2ZzWGhjRHk1dUxnWWNUcWRMekxiT0ozT3ZRREwxMWc4SG44QUFNQm1zOTBiaThVZTFlbDAxMUFVOWFiRDRYamE2L1dlZGhCUGpkZmUzdjdDN096c0Z5MFd5MzNwZEhwWFMwdkxQY3pLeHNiRzdvYUdocXFqMkZpL2RPdVltcG9lN0lDdkFBQUlma2xFUVZTNkdqalowVFVhemRucGRQcXZsYlpYS3BYbnh1TnhnVktwN01wa01tL204M21tWVZpZ0tHcS9VcW44UkRhYmZVc3NGa3Z6K2JlL2F2UjYvUTE2dmY3ekFBREZZakZlb2RFUDNIWE1kV0t4V0c2TngrTlBScVBSSitSeStha1dpK1hlVXFtVW1aNmV2cks5dmYxVlpnNGlZM0J3c0ozMWxBUUFZYmxjTG5JeklWY2JUYXhnM2F6YlRLaDFKUVJCaU5qUERRYkQ1emZ6dVNGczhDR0VFTnJhNU1WaWNVMzVtUm9RZExJTldGaFl1SSs5Z3FLb04rZm01bTV1YjI5L3hldjFubGxMbVBwNnZkTnl1ZnhFcVZSNjdOalkyRG5GWWpGaHNWaHVtNTZldmc0QUNMdmQva0E0SFA1eExwZnpyM2Q4UHAvZkhvL0huMmFIaEdKSTU4RXhORFIwRkFBc3FWU3FjeW1LZWhNQWlPSGg0VjVtZlZkWDF5U1RCYmE3dTN1R29xZ1pqVVp6a1V3bU8yRmdZS0JMcDlOZEV3d0d2NWRPcHdlaGhtekVsYklPVjhsRVRQaDh2dE5UcWRSckZvdmx2bEFvZEQ5SmtzMVNxZlFZQUFDWlRQYitjcm5NWkRLc2VqUE1oZlZMM3hHckdqMGlrYWhEclZaZk1EUTB4RTdTVklMbDY2ZVJKTW5PVkNyMW9zRmcrSUxINHprV0FNaW1wcWFMOVhyOWplbDAraldQeDJQVDZYUmYyckZqeC81WUxQWmtQQjcvWlNLUitGc3dHTHdqR0F3eVNVNTBKcFBwdWtLaDRBdUh3ejhGQURBWURGL244L21LU0NUeXcxd3VOOEUrcDJLeG1KeWJtN3NMQUdCcWF1ci9XSzNXQjJkbVpxNEFBSmllbnI2ZXorZkxXSnNybXBxYUxpTkpzb2NreVI0QUFML2ZYMU5uUjcxWnR6MGVUMWUxZmRnamZDUkpIcnZaenczb292QkhNbXp3SVlRUTJyS2tVdWsyVmkvdUtuUzQycG9VOWdBZ3R0dnREMHNrRXBmSDQ5a0pGY0tMbzlIb1F6d2VUOURlM3I1cllXSGg3cm01dWJ1NTIzQlU2NTBXV1N5VysrYm41NzhCQUpGZ01IaDNlM3Y3eXdhRDRTYWhVR2pnOC9rTnM3T3pON0VQeE9QeFpFenZPOU9ZYld4c1BDMlJTRHk3d1RtZytxd1pnWEE2blN2aHZFS2gwTWgrRGdBZ2s4bDIrdjMrODRCVjR5NlR5YndFTmR3MzFaQ2xFd0FBckZicmc2bFU2aytzUldXS29tYUdoNGQ3WlRMWktUd2ViNlhSTlR3ODNOdlMwdkx6VUNoMFN5NlgyeWhSQjlZdmZXY3B0MjNiOXZ6Q3dzTDkrWHgraExXOGxFZ2tYblM3M2JGTUp2TVBraVM3NXVmbmJ5UUlvdVJ5dWVhejJleWVpWW1KODlMcDlDNEFnT25wNlN0RG9kQzlUVTFOMTFpdDFzZDhQdC9aNlhSNmwwS2hlSzlhcmI1RXFWU2VIWXZGbm9wR293OHdMeENQeHgvUmFyVlh0cmUzL3lPZFRyOGFDQVR1WkVMWDUrYm1ibWFmcE4vdnY1UitLS01vYWc5Smt2cHl1Y3dVaHFjRUFvRThGb3M5NXZmN3J3WTZDL2Q2eGQ0WjlXVGRCbGcvRXpON2hFK2xVcDFaeitlMjNqa2poQkJDNkIzVTFOUjBuY0ZnK0JyQTJ6Y0VYVjFkazl1M2IzK2xyYTN0ZWZhMlRDTktvVkFjdjJQSGpuMEFvR2V2cDBmTVZ0Mnd5MlN5VTlyYjIvOENBQnEzMjEzdTdlMU5NLzhxamJBMU5qWitvS3VyYTZYa2c4VmkrY0gyN2R0ZkI0Q1YxUGx5dWZ6RXZyNitSWmZMUlVtbDBxTzR4N0JhclEreW40dkY0dTBkSFIxRHdDbXpneU44QjVmTDVZb0RyQzFkMU5YVk5jazhacTFiU2FiRG1UOGtjTHZkNVo2ZW5qRHpqM05kY1J1RUlyZmJYUVFBTFdkNVEyZG41NFJjTGorWit4cHF0ZnBUWFYxZGZnRFEwNk1sTWdEZ2RYZDNUd09BZ1RtSHpWNnI5RGJzOHpCVTJFL0xMRE1ZREYrdzIrMi9wZXNUYmdjQWpjMW0rMDFmWDE5T285RmNRSjkzSHBicmx6WnZOTEp6SkZDcFZPY0NMTS9SQTlZMVZNWEtlb2xFWXE5bFc0VkNjWUxMNVlwWkxKWWZiTENQVksvWC80L1Q2ZHdOQU1SNlB4dVR5WFJ6VDA5UHBLZW5aOEZzTnErYjJiSlNDQ2w3R1VtU3g3SFhpY1ZpSnRtUlNDUVM3WkJLcFc2U0pOZk0vN1RaYkUrczk3cWM5WnYrM0JDTzhDR0VFTnE2Q0kxR2MvSDQrUGc1QUt0TE16QVppU1VTaWJWY0xnc0pnaWd4NFcrcFZPcnZRME5EeDBBTkl3MlpUT2JsMGRIUmw0SCtlN2laM21tdFZ2czVwVkw1Q2EvWHV4TUFWRnF0OXVNYWplWjhnVUJnbVp5Y3ZKRFA1MHZiMnRxZXkyYXplK0x4K09QWmJIWVhSVkhUcko1MWtFZ2sxcmEydHVlbnA2ZXZndVc1VmdJQUtKTWthYWdscFR2YW1Fd21jNVhMWlI1emZRQzhQV2NQQUVBb0ZKcll6MmxWNjRvQnJKby94MjJZYzM5bWhZV0ZoZSs1WEs1eGdpRFlONSs4WkRMNUlsTXdHbUE1elh4cmErdFBTWkk4MnV2MWZnd0FnckZZN0RmZDNkM2pBRkNtTTNjSG9JNXJsWUgxU3crdFdDejJHd0FBcG1iZEJsYXVNWHBFZHNOdFU2blVhL3YyN2ROQmhWRnJqbXd3R1B3dWs0MTR2ZHJHYzNOek4zTkgvNnJoenQvakxxczM2L2JFeE1TbjFudGR6dnBOZjI0SUlZUVEycnFJcHFhbTY3a0wyU015SkVudWRMbGNTWmZMRlRPWlRMZXNkekNUeWZRdFdDZVYvR1o3cDhWaXNVTWtFamxsTXBtcnQ3YzM0M0E0WG1oc2JQd2tyTzVNbGVwMHVtczZPam84SnBQcFp1NXJPaHlPUDdIZm8wd21POVh0ZGhmZGJuZHBvMTV2VkJ1NzNmNTBaMmVubDA3WHZtYUVqNjNTT2s2RGlNY2RvYVdmSDFDSkFucjBXcjlqeDQ0OVVxbjA2STIycjNja3BRYmFhaVBMSXBIb29OWWdSQWdoaEJCQzZIQkMxcm1mdU1weXJIRzJkV0JZR0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S0hEMnY4SEVwWmQxUGYzc3VVQUFBQUFTVVZPUks1Q1lJST0iLAoJIlRoZW1lIiA6ICIiLAoJIlR5cGUiIDogImZsb3ciLAoJIlZlcnNpb24iIDogIiIKfQo="/>
    </extobj>
    <extobj name="C9F754DE-2CAD-44b6-B708-469DEB6407EB-2">
      <extobjdata type="C9F754DE-2CAD-44b6-B708-469DEB6407EB" data="ewoJIkZpbGVJZCIgOiAiMTUyNzA0NjEzMzU5IiwKCSJHcm91cElkIiA6ICIxMTc3MDM2MDUiLAoJIkltYWdlIiA6ICJpVkJPUncwS0dnb0FBQUFOU1VoRVVnQUFBNzRBQUFINENBWUFBQUJ0NERGWkFBQUFDWEJJV1hNQUFBc1RBQUFMRXdFQW1wd1lBQUFnQUVsRVFWUjRuT3pkZTJETzVmL0g4ZWQ5Mm5tekU3TTVqRG5uTk9lemNtd2xVU2hFQ3ZFbC9Fck9VazVSbEtJSVNYVDRWcVpDaUJ4em1NT1lDU09Ield4bWR0N3N2UHZ3KzJQZmZleTJlek16bG5rLy9ySDcvcHl1KzRDOVB0ZDF2UytWeVdReUlZUVFRZ2doaEJCQ2xBTXFsVXAxNTNQcXNtaUlFRUlJSVlRUVFnanhzRWp3RlVJSUlZUVFRZ2hScmtud0ZVSUlJWVFRUWdoUnJrbndGVUlJSVlRUVFnaFJya253RlVJSUlZUVFRZ2hScmtud0ZVSUlJWVFRUWdoUnJrbndGVUlJSVlRUVFnaFJya253RlVJSUlZUVFRZ2hScmtud0ZVSUlJWVFRUWdoUnJrbndGVUlJSVlRUVFnaFJya253RlVJSUlZUVFRZ2hScmtud0ZVSUlJWVFRUWdoUnJrbndGVUlJSVlRUVFnaFJya253RlVJSUlZUVFRZ2hScmtud0ZVSUlJWVFRUWdoUnJrbndGVUlJSVlRUVFnaFJya253RlVJSUlZUVFRZ2hScmtud0ZVSUlJWVFRUWdoUnJrbndGVUlJSVlRUVFnaFJya253RlVJSUlZUVFRZ2hScmtud0ZVSUlJWVFRUWdoUnJrbndGVUlJSVlRUVFnaFJya253RlVJSUlZUVFRZ2hScmtud0ZVSUlJWVFRUWdoUnJrbndGVUlJSVlRUVFnaFJya253RlVJSUlZUVFRZ2hScmtud0ZVSUlJWVFRUWdoUnJrbndGVUlJSVlRUVFnaFJya253RlVJSUlZUVFRZ2hScmtud0ZVSUlJWVFRUWdoUnJrbndGVUlJSVlRUVFnaFJya253RlVJSUlZUVFRZ2hScmtud0ZVSUlJWVFRUWdoUnJrbndGVUlJSVlRUVFnaFJya253RlVJSUlZUVFRZ2hScmtud0ZVSUlJWVFRUWdoUnJrbndGVUlJSVlRUVFnaFJya253RlVJSUlZUVFRZ2hScmtud0ZVSUlJWVFRUWdoUnJrbndGVUlJSVlRUVFnaFJya253RlVJSUlZUVFRZ2hScmtud0ZVSUlJWVFRUWdoUnJrbndGVUlJSVlRUVFnaFJya253RlVJSUlZUVFRZ2hScmtud0ZVSUlJWVFRUWdoUnJtbkx1Z0ZDQ0NHRUVPVkJlbm82L3Y3K0JBUUVFQlVWUldabVpsazNTUWhSUWpZMk5uaDVlZEcrZlhzR0RCaUFuWjFkV1RkSjNDZVZ5V1F5bFhVamhCQkNDQ0VlWlVGQlFYejg4Y2UwYXRVS1B6OC92TDI5NVJkbElSNWg2ZW5waEllSHMyUEhEZ0lEQTVrMGFSTE5temN2NjJhSllsS3BWS29DejBud0ZVSUlJWVFvdWFDZ0lENzY2Q09tVDUrT3I2OXZXVGRIQ0ZIS2dvT0RXYmh3SWRPbVRhTlpzMlpsM1J4UkRCSjhoUkJDQ0NGS1VYcDZPaU5Iam1UcTFLazBiZHEwckpzamhIaEFnb09EV2JSb0VXdldySkhSSEk4QVM4RlhpbHNKSVlRUVFwU1F2NzgvclZxMWt0QXJSRG5uNit0THExYXQ4UGYzTCt1bWlCS1M0Q3VFRUVJSVVVSUJBUUg0K2ZtVmRUT0VFQStCbjU4ZkFRRUJaZDBNVVVJU2ZJVVFRZ2doU2lncUtncHZiKyt5Ym9ZUTRpSHc5dmJteG8wYlpkME1VVUlTZklVUVFnZ2hTaWd6TTFQbSt3bnhtTEN6c3lNakk2T3NteUZLU0lLdkVFSUlJY1MvUkdwcUt1bnA2V1YyZmFQUnlJa1RKeWhKN2RQczdHeUNnNFB2Ni9ybnpwMGpLeXZydnM2UlI2L1hsK2w3K1NnNWRlcFVxWnpIYURRK2xQV3JjM0p5bUQ1OU9pZFBubnpnMXhMbGg3YXNHeUNFRUVJSUlYSWRPblNJcjcvK210ZGZmNTFubm5rR2xVckZ6WnMzaVlxS0tuUVpsU05IamxDdFdqV3FWcTE2MzlkWHE5VzgrKzY3ZUhsNTBhZFBIL3o4L0xDMnRpNzJzWk1uVDZaWnMyYlVxRkdqUk5mZnRXc1h6czdPekpneGd6cDE2aFRZSGhzYlMxSlNrc1Z0d2NIQlpzdEpwYWFtOHVxcnI5SzFhMWVlZSs0NWF0ZXVYYUkybFJXVHljU1NKVXNZTTJhTXhWRUZQLy84TXgwNmRManZ6LzNDaFF0TW1USUZYMTlmM256enpSSi9kZ0FoSVNITW16ZVBvVU9IOHV5eno2SldQNWcrdGlOSGpuRGl4QWxPbkRoQjY5YXRtVGx6cHRsN2xKQ1FRRnBhR3RXcVZYc2cxeGVQSmdtK1FnZ2hoQkQvRWdFQkFTUWxKYkZtelJxYU5tMUtsU3BWeU03T1pzcVVLYlJzMlpJS0ZTb1VPT2JRb1VOb3RWcW1UWnRHMjdadGkzV2Q1T1Jrd3NMQ0xLNDdiR05qUTJSa0pFYWpFU3NyS3dDU2twSndjSEJBcXkzOFYwZXRWb3RXcStYVXFWUDMxWU9ZbXBwS1dGaVl4WENia1pIQnVISGo2TktsQzA1T1RzcnpFUkVSbkRoeGd0ZGVlNDFYWG5rRkFKVktSVVpHQnR1MmJTTWxKWVVwVTZaZ1kyTlQ0bmFWdHZUMDlBS0I5dGF0VzFoWldXRnRiWTFLcGVMUFAvL2t5SkVqdUxtNW1lMW5NQmdJRHcvbisrKy9aK0xFaVhUcDBxWFkxdzBJQ0VDdFZpdmZsYndxeFVsSlNadzVjd1p2YjI4MmI5NU1peFl0N2prNEhqcDBpSVNFQkpZdVhjcnUzYnVaUDM4K0RnNE9GdmZOeXNyaThPSERCQWNITTI3Y09PVzdWaHkvL1BJTGtQdGRkWE56WTkyNmRXYmJqeDA3UmtwS0NyTm56NWFLNjBJaHdWY0lJWVFRNGw4Z01UR1J3TUJBMUdvMWMrZk9wVXFWS2dCS1dBc0tDaW9RSW94R0kxbFpXZWoxK2tLSENDOWJ0b3lZbUJpejU4TEN3a2hJU0dEdzRNSGN1blhMYkZ0T1RnNHFsWW9iTjI3dzVaZGZBdkRYWDMvUnFGRWpaczZjV1dRdm5rNm5RNi9YOC8zMzMrUGg0V0Z4bnlOSGp2RGVlKzloYlczTmtDRkRHRGh3b0xLdFI0OGU2SFE2ZXZic2FmRllhMnRyakVZamUvYnNzYmo5MjIrL3BXblRwalJxMU1oc3VQYWdRWVArVmFFWDRJVVhYc0RMeThzczhNWEV4T0RrNU1SYmI3MUZzMmJOMEdxMXBLU2tGQ2lnbHZkWjI5allVTDkrZmJOdEVSRVJyRjY5MnVKdzlheXNMSUtEZzlGcXRjeWVQUnNIQndjT0hEZ0E1TjVVMkxwMUsxdTJiT0hxMWF1NHVibXhaTWtTdkx5OGl2VjZEQVlEKy9idEEzS1gvcGs5ZXpiMjl2Yks5dmo0ZUVKRFE3bDQ4U0puejU3bHpKa3p5dXVJaTR0ajd0eTVSZDVZeVJNUUVFQklTQWlRTzhmK2p6LytLSFRmZWZQbXNXTEZDaXBWcWxTczF5REtOd20rUWdnaGhCRC9BcHMzYjBhdjEvUHl5eS9UcUZFajl1L2ZUNE1HRFpTaHhqVnExR0RWcWxWbXgwUkZSVEZzMkRDcVZhdkdrMDgrYWZHOHp6MzNITk9uVDFkNkVkUFQwMGxLU2tLbFVuSHQyaldTa3BJc3pzMzk3YmZmekI0Zk9IQ0FaczJhOGR4enp4WDZHb296dERVdmdMcTV1ZkhpaXkvZWRmLzg4b0tSajQrUDhsNWN1blNKc1dQSFltMXR6YWVmZnFyMEZPZms1Q2pIUFl4NXAvZEtvOUZ3L2ZwMUdqZHVyRHdYR2hwS1dsb2FvYUdoTkd2V0RMVmFqVmFyNVpOUFBqRTdOaUlpZ3VIRGgrUHE2b3FucDZmWnRtclZxbEdyVmkzKys5Ly80dUxpUWxwYUdsbFpXVGc0T09EazVLUUUyWlVyVnhJWkdRbmtmcmZ5ZXRDdlhMa0M1QWJWWmN1V01XL2VQSFE2M1YxZno0RURCMGhJU01EZTNwNWV2WHF4ZHUxYTR1UGppWTZPNXNhTkcyYnpyVlVxRmE2dXJ0U29VUU1YRnhmczdlMDVkdXdZSFRwMEtQSWE2ZW5wckZpeFFqbkhsQ2xUNk42OXU5aytzMmZQNXZEaHc5U3BVNGRGaXhZVjJ1TXNIajhTZklVUVFnZ2h5bGhhV2hxYk4yK21VcVZLREIwNkZMMWV6NG9WSzBoTFM2TnYzNzczZFc0Zkh4OSsvdmxuNWZIMDZkTTVjZUlFcjc3NktrT0dEQ0U5UFIyajBhZ0VoSDc5K3BHUmtjSDI3ZHVCMnlHcllzV0tuRDU5bWs2ZE9sa2NjbDFjZWVIWXhzWUdLeXNyNHVMaUNBa0pvWFBuem5jOVZxUFJGSGh1MDZaTkFBd2JOc3hzZUhSMmRyYnljMXhjWEluYis2RGtoZmo4b2JaSGp4NW90VnI2OWVzSDVMNVhCb1BobnM4OWJOZ3dYbm5sRlhRNkhhKzg4Z294TVRHOCsrNjd0R2pSUXRsbjdkcTEvUGpqajdSbzBZTDU4K2VqMVdxNWZQa3k0OGFObzM3OStreWNPQkViR3hzTUJrT3hndS9HalJzQmxPc0NWSzllblFZTkdtQnZiNDllcjJmNTh1VjRlSGl3YnQyNll2WHUzbW5ac21YY3ZIbVQ3dDI3WXpLWldMeDRNU3FWaW03ZHVpbHRPSHo0TUhaMmRreWZQbDFDcnpBandWY0lJWVFRb294OTg4MDNwS2FtTW1uU0pLeXRyZG05ZXplSmlZbG90Vm9hTkdoUWF0YzVjT0FBSjA2Y3dNZkhoNFNFQkVhUEhsMWduOVRVVkV3bWs3SXRyK2MwTmphVy9mdjNFeDhmejZKRmk0b01MbHUyYkNtMGx6VStQbDc1OC9QUFArZnc0Y01rSkNRd2ZmcjB1N1pmcFZLWlBVNUpTV0gvL3YzNCtQZ1U2RDFPVFUxVmZyNTU4K1pkei8yd0ZiZndrOEZnVUhvNTgrUi9iWmFvVkNwME9oMmhvYUhFeE1SUXZYcDFzOUFiRUJEQVR6LzlCT1RlZ0ZpOWVqVUFnWUdCbUV3bWF0V3F4UjkvL01HQkF3ZlFhRFJNbURDQk5tM2FGSHE5NDhlUGMvSGlSVHc5UFhuaGhSZlFhclVGZW05alkyTlp2bnc1R28ybVJLRjN3NFlON05temg5YXRXL1BPTys5Z01CaTRmdjA2SDMzMEVZbUppYWhVS2xhdlhvMVdxMlhtekpsUzJFb1VJTUZYQ0NHRUVLS01tRXdtTm0zYXhPYk5tMm5Zc0NIT3pzNEVCQVR3M1hmZkFUQm16QmlsQUZWa1pHU0JvS3JYNjR0OXJZeU1ETDc4OGtzMEdnMlRKazJpWXNXS3ZQLysrMmcwR3JOQXFWS3BNSmxNU205Wi92bWtkZXZXQldEdjNyMkZ6c01GbEY3RXZQbkQrVU9lMFdnRWNndHNiZDI2VmJubXh4OS9mTmZYY0dkWTNMNTlPems1T2J6MTFsc0Zlb09Ua3BLVW42OWV2WHJYY3o5c0twVUt2VjdQaHg5K1dPUitScU94d0xEejR2cnJyNzhBbEpzQ0NRa0pYTHQyalFVTEZ0QzhlWE5Pbmp6SjRjT0hDeHkzYmRzMnMzYmVlY1BoenZaOTlkVlhRTzROaHJWcjF6SnExS2dTdGJjdzI3ZHZaODJhTlhUdDJwWEpreWNyaGRRKytPQURKaytlckF4N3Q3R3hZZWJNbWJSdTNicFVyeS9LQndtK1FnZ2hoQkJsNU1hTkcwcG9PSGZ1SEcrOTlaYXlyVk9uVGp6Ly9QTks3NTVhclM0d2REUC9jTjY3K2ZiYmI0bUxpMlBnd0lIVXJsMmI5OTU3ajdadDIzTHUzRG16L2ZKQ2pxMnRyZG5qeXBVckY1aHJXcGdxVmFxd1lzVUtkRG9kTGk0dVNtQTlkKzRjYjcvOU5pYVR5V3llYnA0ZVBYb1VlZDc4QWN4b05QTDc3Ny9UdG0xYmk3M2krWHQ1UTBORGk5WHVoMG10Vm1NeW1RZ01EQ3gwSDVQSmhMVzF0WEtESUUvZThQT2lHQXdHZHV6WUFlU3UweHNTRXNLcFU2ZUlqWTJsUTRjT1RKdzRrWDc5K2ltZlEzSnlNdjM3OXpmN1hQS0dYaGNWSkRkdjNxemNXTEN5c3JybmVkdDNjKzdjT2I3ODhrdmVmUE5OK3ZUcFk3WXRORFRVcktpYm5aMGRpWW1KWkdkbjMxT1ZhUEY0a09BcmhCQkNDRkZHdkx5OEdEUm9FTnUyYmFObno1N1VyRm1UanovK0dGZFhWeVpPbkZoZzN6dURaMTV4cTZMRXg4ZXphdFVxcGZjdklDQ0FnSUFBcmwyN3BoUXl5aXQrQkNoelNpTWlJb0RidmNyNWl4TVZSK1hLbGMwZUp5Y25zM0RoUW92VmhrdENwVkxScmwwN3Rtelp3bzgvL3NpZ1FZUE10b2VIaHdQZzZlbEplSGk0eGVXRHlwTEpaRUtuMHlsTDgwREI0Sy9YNjBzMExCaHVGNXNDT0hIaUJKQTdsMXl0VmxPalJnM2xjNDZQajJmRmloWEtrUGE4eDhVUkhSM04yclZyY1hOekl6NCtIaXNySzl6ZDNlK3BuZWZQbjJmZHVuWE1talhMNHB6Y2hnMGI0dS92YjFhVisrclZxNnhidDA3cHJYNysrZWV4czdQRDM5K2ZKVXVXc0hMbFN0cTBhVU9MRmkxbzBLQUIxYXBWSzdMWFdqd2VKUGdLSWNRRHBKcTY5ZTQ3Q1NFQU1IMVVlTFhnQnlrbUpvYUZDeGV5WmNzV3dzTEM3aW1ZZGUvZW5jdVhMMU83ZHUwU1gzL1FvRUVNR2pRSWc4SEF1SEhqVUtsVXZQLysrNlZXbU1mTnpRMVBUMCtNUmlOMTZ0VEIxdFpXNlEyMXM3Tmo0c1NKTkdqUVFBa0dlY1d0MXE5ZkQ4REpreWVaTm0wYXMyZlBMbkViTWpJeWVQZmRkN2w1OHlhMWF0VlNBdmY5VUtsVWpCczNqcXlzTE5hdVhRdGdGbjdQbno4UFFKczJiZGkwYVJNaElTRzBiTm55dnE5Yld1NzJQZFByOWVUazVKUm9HU2FqMGFnTWw5ZnBkR3phdEltTWpBeWVmLzU1SEJ3Y2VPMjExNVJRbkp5Y2JEYVUrczdIaFRFWURDeFlzQUFiR3hzbVQ1N010R25UQUZpNmRLbXkzTkNkKzBQdTM3ZjhRL1lqSXlQSnpzNW02dFNwTEZxMHlHd0pwRHcyTmphWVRDYUNnb0xZdEdrVHg0NGRRNlBSMEtsVEp3NGVQTWpPblR0NS92bm5XYlZxRmQ5Ly96MEhEaHhnMzc1OXl2SktXcTJXeXBVcjQrenNUTDE2OWZqUGYvNVQzTGRTbENNU2ZJVVFRZ2p4MlByMTExOFpQWG8wV1ZsWnRHblRoajU5K2lqTHVoVEg0Y09IY1hWMXZhODJhTFZhVENZVEN4Y3VKRHc4bkJrelpsQzdkbTF1M2JwRmRIUjBnZVZxU3VLMTExN0R4Y1ZGcVJEOTZhZWZzbjM3ZHR6ZDNWbTZkS25adm5jV3Q3cDI3UnFRdTJ4US9xckp4WldlbnM2Nzc3N0xoUXNYOFBQem8ydlhya3laTXVVK1g5RnQ0OGVQNTlTcFUzenp6VGUwYmR1V21qVnJrcGlZeU9YTGw3RzJ0dWJaWjU5bDA2Wk5CQVFFL091Q3I2WENWWG1CT0NVbEJjaDkvKzZjMjUxL3FTWkx0bS9mVGtSRVJKRUZ0UEtDYVAzNjlmbjg4ODhMSGVwY21GV3JWaEVSRVZFZ3JBNGJOb3kzMzM0YmxVcUZrNU9UTXZjNnI4MTNEdG5Qdnc3eFR6Lzl4SWdSSTVUSEpwT0pmLzc1aDRNSEQ3Si8vMzVpWW1Kd2MzUGo1WmRmVnFZQkhEeDRrSnljSEhyMjdJbTN0emN6Wjg1azFLaFJ2UC8rKzF5NmRBbkl2WWtRR1JtSm5aMWRnWFdQeGVORGdxOFFRZ2doSGt1Ly92b3IvZnIxWThDQUFTeGZ2cHlLRlN2ZTh6bDY5T2h4MzhFM0tpcUtGU3RXY096WU1UdzhQTmkvZnovZmZQTU5VVkZSZUh0Nzg5bG5ud0gzVjl3cU9EaVlWYXRXMGJwMWE3eTh2TGh3NFFJQUV5Wk00THZ2dnVQNjlldktFalIzRnJkNjRva25nTngxZmQzZDNlK3BjRkJzYkN6dnZmY2VWNjVjNGZYWFgyZnc0TUdjUG4yNjJNZmZLYTh3Vm41V1ZsYTBhZE9HTFZ1MnNHL2ZQbXJXck1uKy9mc3htVXkwYTllT21qVnJVckZpUmZidDI4ZW9VYU9LM1lNYUhCeE1VbElTTFZxMHdOSFJzY1J0TG96UmFMUll1RXF2MTJNMEdybCsvVHFRMjJON1orOS8vbm10ZDRxTGkyUE5talVNR0RDQVAvLzhzOEFROWJ6M01DTWpBNkJFUTZsalltSTRjT0FBaXhZdG9rNmRPa1JGUlNuYm5KMmQrZWFiYndvY0V4c2J5K0RCZzNGM2R5LzJYUEd4WThkeStmSmxYRjFkbFI1cUp5Y25qaDgvenZIang1WEs0V3ExbW9VTEY1b2RlKzNhTmJSYUxUMTc5cVIyN2RwRVJrYnl4aHR2bEhqb3VIajB5U2N2aEJCQ2lNZE9URXdNLy9uUGZ4Z3dZQUFiTm13b3MzYm85WHJtekptakZGKzZlZk1tTGk0dStQbjUwYTVkTzJyVXFGRXF4YTE4ZlgzeDlQVGswMDgvWmNxVUtjcjFObTNhaEtPam8xa3YySVVMRjVRbGJmS1lUQ2IyN2R2SDExOS9UWU1HRFlvVkJFK2RPcVZVTEY2NGNLSFpjam9sbFJmYWtwS1NNQmdNU205aVhnWG50TFEwREFZRG16ZHZCcUJYcjE1QWJxR3dYMy85bFczYnRpbHI1QmJsNjYrL1ZwYjdxVlNwRW12WHJzWGEydnErMjUrZlhxOUhwOU1wNnlWRDdvMFVSMGRIc3JLeUNBNE9CcUJaczJiTW5Udlg3TmlpaWx1RmhvYlNvVU1IM25qakRYYnUzRmxnZTk1N21MZXMxT1hMbHhrOWVyVHl2S1ViTEhlcVZLa1M2OWV2TC9YMzVFNFRKMDVFcDlOUm8wWU5ZbUppbURCaEFucTlYdWxKVGt4TUJNRGQzZDNzNzRiUmFGUnVDdFdxVll2ZXZYcy8wSGFLUjRNRVh5R0VFRUk4ZGhZdVhFaG1aaWJMbHk4djAzWm90VnJlZi85OS91Ly8vbyt1WGJ2U3QyOWZaV2l6eVdUaTZ0V3JTblhsa2hhM2d0eGUzQkVqUmpCNzltd21UWm9FUU5PbVRkbThlYlBGWGxUQTRqelA1T1JrcGs2ZHl1TEZpeTNPeGN5VDE0UGRzMmRQUm8wYVJVQkFBTWVPSGNQSnlVbnBiUzVKc2FHOHRpWWtKUERjYzg5UnVYSmxyS3lzbENEZnFsVXJ0bTdkeXZYcjEvSDE5VldXZ25ybW1XZjQ5ZGRmK2ZISEgrblJvOGRkaDdQbnRSRnliNUpFUmthYTNRZ29EU2FUaVM1ZHVwZzk5My8vOTMvMDZORURnOEdnVkhKKzhza243K204clZ1M1ZucmxqVVlqQm9PQkpVdVdLRU9iOC83TXE4VHM2T2lJZzRPRDhyeWxHeXlXUE9qUUM1Z05yYTlVcVpKeU13SnlYMGZlZDMvS2xDazBidHhZMlhianhnMWVmZlZWZERxZGhGNmhrT0FyaEJCQ2lNZk9saTFiYU5PbVRZbUdONWMyTHk4dmZ2amhCekl5TXJoOCtUTDc5dTNqL1BuemhJU0VrSktTVXF4Z1d4d2RPblNnVzdkdTdObXpCNVZLeGZqeDQzRnljc0xaMmRrc2hMN3d3Z3RrWkdRb1MrR1VoRXFsNG9zdnZsQ0tmdm43K3hkWVM3Y2tROFR6d2xtMWF0WG8zNzgvSzFldVZJYnN2dkRDQzdpNXVURi8vbnpzN094NCsrMjNsZU5xMUtoQjI3WnRPWHIwS0lzWEwyYk9uRGxGem44ZE9uUW9FUkVSeE1mSFkyMXRUWlVxVmU2NXJYZnp6VGZmRktoOC9keHp1UVhlUHZ6d1F4SVNFbWpRb0VHQmNId3Y4b1pUNXhWNWd0dkQ0NDhlUFFya3p2L3UyYk9uTXNjMy93Mld1eTB2VlpZMmJOakF6WnMzZWVLSkoyalVxSkhadHJ5SzVGV3FWSkZxemtJaHdWY0lJWVFRajUyd3NMQUNhNEtXaGNPSEQ3Tmx5eGF1WHIycXpHR0UzTjZ0M3IxNzA2MWJOMXhjWEpRS3kwVTVkKzRjR3pkdVpOcTBhUlo3NDJKalk3bDQ4YUl5aDNmTW1ERzBiZHVXVnExYTBhQkJBN3k4dkxDeXNpSTdPeHVEd1VCT1RvNHk3emVQd1dCUWlsODVPenNYMnBZeFk4Ymc0ZUdoUFA3cXE2KzRlUEVpbjMzMkdaY3VYY0xEdzROUm8wWVY1eTB5azFjZ1NhZlQ4ZXl6ejJKcmE4disvZnZwMTY4ZktwV0txVk9uWWpLWm1EVnJGbDVlWG1iSGpobzFpcUNnSUk0ZVBjcWNPWE9ZT25WcW9jc2JOV25TaE02ZE8vUGJiNzh4WU1DQUVsVld2cHM3UXkvazlnSi8rZVdYN05temgyclZxakY3OW16VWFqV1ptWmtjUDM2YzZ0V3JVN2x5WlNYczMwM2VaL2o3NzcrVGtaRkJuejU5OFBYMVZkYjByVml4NGozM0tGdVNkME9pSkl4R0kvNysvdmo1K1ZHaFFvVmlIZlBISDMvd3pUZmY0T0Rnd01TSkV3dUUyN3lLM2pWcjFpeHh1MFQ1SThGWENDR0VFSThkazhsMFQ5V2JINVJHalJxeFpNa1NVbEpTbEhWcGUvZnVUVlJVRkR0MjdPRDQ4ZVBLOE43cjE2OHpkdXhZcytQemdtQlVWQlFUSjA3RWFEVHl3UWNmS0lFcHo5R2pSL25razA4d21Vek1temNQZzhIQXVuWHJPSGp3SUFjUEhnUnllMm50N2UyVmVjUGp4bzFUcnBHUmtVRjZlcnBTS09tRkYxNG8wQmE0WFpGNHhvd1pGb3NJNVJWc3NyS3lLbENNNk01eldISm5OZU11WGJyUXVYTm5ObXpZd1ByMTY1VWUzN3lDWFBsVnExYU5NV1BHc0hUcFVnSUNBaGd4WWdSVHAwNVZoa1BudDN2M2JuNzc3VGU2ZE9uQzBLRkRDMjFQYVVwS1NtTHg0c1VjUDM2Y3RtM2JNblhxVkdYSWNWWldGc3VXTFNNNU9kbnNtTHhoOElYUjYvVllXVmtCdVVPVGYvamhCNnl0clJrM2Jod2FqWVlwVTZZVXVFa1NHaHJLVjE5OXBSeFhuQjdUdk9DYmxaWEZsMTkrV2FDZGdGS0lLakV4VVpuN0RibHppdi81NXg5MjdkckY0c1dMY1hGeEtmUTY4Zkh4ckY2OW1yMTc5K0xoNGNHc1diUHc5dlptNDhhTkpDWW00dVBqZzV1YkczLysrU2RBZ1o1ZzhYaVQ0Q3VFRUVJSVVVWXFWS2pBbURGak9IVG9FQ05IanFScTFhcEFibURadjM4LzE2OWZ4OTNkbllZTkcxbzgzc3JLcXNDMmxKUVU5dTdkUy9mdTNRR1lNMmNPUjQ4ZXBWZXZYcno2NnF0SzRHL2Z2ajBYTGx6ZzJMRmpoSVNFY08zYU5hWGdFYURNbTczVHlKRWplZW1sbHl4dXl3dk5kbloyU25ES3IxNjlla1c5SGNEdHFzYVdoaUxmV2N3ck9EaVlGU3RXRUJFUlFkKytmWG4xMVZjTDdjV0YzS0hFb2FHaGJOdTJqYnAxNnhhNkxKQldxK1c5OTk2alk4ZU9EM3lvck5Gb1pQdjI3YXhkdXhZYkd4dW1UWnRHdDI3ZHpQYXBVS0VDL3Y3K25EeDVrcFVyVnhJZUhvNU9wMlB3NE1GRm5uZmd3SUZLZ1MrMVdvMjF0VFhUcGswak1UR1I5OTU3ejJMb0J3Z01EQ1FzTEF5Z1dFdFk1YjJQQm9PQmpoMDdNbVhLRkF3R0EvYjI5bWFmWTk1M0x6QXcwT3g0SnljbkVoTVRtVHQzTHZQbXpTc3d4L2pxMWF0czJiS0ZuVHQzb3RGb0dEUm9FQU1IRGxRK2ExZFhWMzcvL1hlelFuVzJ0clowN3R6NXJtMFhqdzhKdmtJSUlZUVFaYWg3OSs1S1NNMmoxV3Bac21SSnFaei95U2VmWk96WXNSYm5NOWV2WDkrc29yUFJhQ1ExTlpXc3JDeXpvbGRxdFJxTlJvTldxeTIwcDF5djE2UFg2NmxUcHc0ZmZQQkJpWHJVZS9Ub1FjT0dEWXNNdmgwN2RtVEFnQUZBYmlCcTBhSUZIM3p3UWJIbmE0OGZQNTQrZmZyZzdlMWQ2RDVQUGZYVVBiZTlwREl6TXpsMjdCakRody9uNmFlZkxqQzhQSTlLcGFKbHk1Wjg4TUVIL1BUVFQvVHYzNy9JdWNkcXRicEE1ZWVGQ3hkaVoyZkh5cFVyQ3h5cjFXb1pQSGd3QXdZTXdON2Vub1VMRjVLZG5jMkVDUlB1K2hweWNuS3d0cmFtVjY5ZU5HclVpRysvL1JZWEY1ZjdYanJJWkRJeFk4WU1UcHc0UWMyYU5Ybjk5ZGZ4OC9NckVJeTdkdTFLNTg2ZFdicDBLVHQyN0tCbXpacE1tRENoeU9INDR2R2pNaFUxbmtRSUljUjlVVTNkV3RaTkVPS1JZZnJvdVlkMkxaVkt4ZnZ2djgvczJiUHY2enc5ZXZSZzE2NWRwZE9vUjV6QllPREdqUnRLcjNWSlJFUkVVSzFhdFZKc2xjZ3ZJeVBqcnNPajh4UjI4OEdTcEtRa1RDWlRrY09VU3lvaUlnS05SbE5nenJZbDZlbnB4TWZIUDlEdmtQeWRmelNvTEF6VmtCNWZJWVFRUWdoeDN6UWF6WDJGWGtCQzd3TlczTkFMRkR2MEFnKzBaL1ZldmhOMmRuWkZEblVYajdmaWY2T0ZFRUlJSVlRUVFvaEhrQVJmSVlRUVFnZ2hoQkRsbWdSZklZUVFRZ2doaEJEbG1nUmZJWVFRUWdnaGhCRGxtZ1JmSVlRUVFnZ2hoQkRsbWdSZklZUVFRZ2doaEJEbG1nUmZJWVFRUWdnaGhCRGxtZ1JmSVlRUWdPbWhYL0g1Snp6d2NySXA4THk3dlJYUFArR0J1dURhODZWR3ExWXh0bDBOWG03cWhVN3o0SzVUbUlyMlZnLzA5VmxwMUx6WHZhN0Y5emMvVzUyR3NlMXFZS3ZUS005MXF1bUtpNjN1Z2JXdHZMR3hzU0U5UGIyc215R0VlQWpTMDlQdmFTMWs4ZThpd1ZjSUlSNXJKaXFmKzRVS2wvYVcyaGs3MVhURnIxN0Z1KzczVWhNdnJrN3J4bmNEbTlHOFNnWGxlVnVkaHMzRFdoRTJyU3ZUdTlTbWtvTjFxYlV0ajRPMWxqRnR2ZmxwY0hNdVR1N0N3S1plcFg2TndxaFZLZzZNYWMvcHR6clRyYmI3QTdsR2p0SEluQjUxQ1ovZWpZMURXdEN0dGp1V2NuYTJ3Y2p5dm8wSW45Nk5XZDNxNEdxblkyU3I2a1M5MjRQdkJ6YmpTUiszQjlLKzhzVEx5NHZ3OFBDeWJvWVE0aUVJRHcvSDA5T3pySnNoU2tpQ3J4QkNsRGRHUGR5S2c1aFFpTDBLcVFsZ01scmMxZXY4Rm1ZOVpZOWRUaklrWEMrVnkwL3M1TU1mdzl0dzlNMk90UE4yS1hTL3RHd0RPbzJLSWMycWNIeGNSMTVxa2hzKzA3TU5BRlIzdG1XQlgzMVc5RzJFUmwzODNsRlhPeDF1ZGxaRjdwT1VrWVBmMm1ORXBXUlN3OFdPSHdjM1o5R3pEWW84WmxpTHF0amw2eGt0S2FQSnhOckFDQnBWZG1UM0cyMVorV0xqVXU5MU5wa2dVMjlFcTFiUnI3RW5vOXQ0NDJIaEJvTEJhQ0kxVzA5RmV5dm05cXpIeGlFdHlURWFzZEdxZWFWWkZYYS8wWlkzV2xjdjFiYVZOKzNidDJmSGpoMWwzUXdoeEVPd1k4Y08ycmR2WDliTkVDVWt3VmNJSWNvRkU3cXcwN2dGYnFQbXVTTzBTRTZucTQwWFQya3IwandoR2UvVEIzQTVzUTF0MUQ5bVI5VzJTcUozeDFyRUJlNURHM1ljWGVUZnFESlM3cXNsUTM0NnhmbVlWTnBVZCtid21BNjgxNzJ1eGYweWNnekt6NTFYQnJEaDd5Z0FNdlczbjk5MExwb0JQNXpFWUN6K1VPeUs5dGFFVCsvRzRsNE5xT3hZZUcveDllUk1odngwU25rOHFYTXRuQzBNOGRWcFZLd2QwSlIxTC9ueTU4ZzJGdmU1Vng4ZnVNTCswQmVKUVZJQUFDQUFTVVJCVkhnQVJyZng1cXQrVGUvN25IZktlMyszbnIvSlN6K2NKUHBXbHNYOU1uTnliNG9jajBqaTZhK1BrcHlwVjdhMVczNklyNDVmSy9XMmxTY0RCZ3dnTURDUTRPRGdzbTZLRU9JQkNnNE9KakF3a0FFREJwUjFVMFFKYWN1NkFVSUlJZTZQT2o0Q3QwdEIrUHErU0xVTzQ3RTRwaFV3bVl4Y1BQTTdJVWQrSTdGUlIzQ3NTSTRKRm55MWh5OG4rMkZ2YThXc2J6WnpwZlhZKzJwUFdyYUJWMzgreGZGeG5WQ3BZRTZQdWh3S1MyRHZsVGl6L2JJTnQzdWhRMkpTTFQ1L1BTVVQwLzh5cjZPMWxsdFp0ME5aWVdKU3M3QzMwakNwY3kwbWRhNVY3SGFyVkpBNCsra2k5K2xRdzVYOW85dng5SnBqM0V5MUhDUWhOeXgvMHFzaGg4TVQrUGwwVklIdEpoUE0zSEdCdzJNN0FOQytpSjV4clZyRnVQWTFPQk45aXoyWDR3cmQ3MDU1TndzTXBxSnZHdWovdDE5c1dqWTVCcFBaVFliTDhlWnpWNjAwYXJQUFI0Q2RuUjJUSmsxaTRjS0ZUSjgrSFY5ZjM3SnVraENpbEFVSEI3Tnc0VUttVFp1R25aMWRXVGRIbEpBRVh5R0VlSVJaaFFYamsyMmszWXNmbzFMbER1SXhHTEtKanpwSFF1b05OR28xcms3VmNQV29qMHF0b1Y2VFB0UnU4RFQ3dHM4bHlxc21JV2Yrd1ZpMUF0bFdUZ1NISlhHbDFSaE1EdmMvci9ORVpETGJMdHprdVFZZUFOaFpGUndpckMra0Y5ZFNybnEvZTExR3QvV202Nm9qWEloTkxiaERQaW41d3JIQmFPTHN6VnRtMjV0Nk9pay9uNG0raGZHT1lKaC8rOW5vV3hhRDR4ZDlHL0g2aHRPa1psc080bDFydVRPK1F3MEdOL05pZXBmYVJiWVhvSTY3UGNGdmRiYTR6YzNPaXFvVmJEQ2FUQ3o2NndxemR2NVQ2SHVYWC81MjIyalZ2TmpJayszL3hCVGM3NDV6NVJnS25sdW5VYkdtWDFPOFhXenB2UzZ3V0RjZ0hpZk5temRuNnRTcExGcTBpRmF0V3VIbjU0ZTN0N2Y4Z2l6RUl5dzlQWjN3OEhCMjdOaEJZR0FnMDZaTm8xbXpabVhkTEhFZkpQZ0tJY1FqU2hkK2hzWmFGNXAyZkJXQTlKUVk5cDlhUTV5OUdrUFRscWc4YW9MUmlDa3FITjN4VFhqcTdlalVjZ1JXTms1MGZXNE92NjNzeTYwbm51VlluWFljMDJkQlF5MW9pNTRiZXk4K0Q3aktjdzA4MkhZaGh1ZWY4R0QrMC9YTXR1Y2Zobnp3UCswdEJzeVhtM2pSbzA1RjZycmJBN0J2ZER1NnJqN0MrWmpDdzYvQmFDTEhZRUtuVVpHVW1ZUHZad2ZNdHE5NG9URmoybm9ENEdTdDVYWC9ZUFpkaVZlMkwrL2JpTEh0YWdCUTBjR0tTVnREK1A3VWRXeDFHclBoMllYUmFWVE03Wm43V3Qzc3JPNDYzemhQL3NCdGlWcWxZdHBUdGVuaTQwNi83MDl3UFRsVDJXWnArSFhlMjJtdDBlQS9wSVZ5RStKdVRQa3FmRWUvMndQSTdRMjMwdVRlV05renFpM1BmSDJjK1BUc1lwM3ZjZEc4ZVhQV3JGbUR2NzgvbjMzMkdUZHUzQ0FqSTZPc215V0VLQ0ZiVzFzOFBUMXAzNzQ5YTlhc2tSdFo1WUFFWHlHRWVBU3BrNktwa1hxTHBqM0hBUkIyNVFBSFl3OWdmUE1kY0hBaS8yQm5WWDFmOUYzN0VCRVR4WWJWOCtueHhHRENnamJScmYrbkhEMjhtcWpzZExCeExQVTIvbmt4bGljKzJjL0Z1RFFjcmJYc0hkV1dabDRWTE83YnFMTGw2N3ZiVytGdWZ6czRWbmEwL2wvNFBVcklIVDI1K1dVYmpPZzBsZ3RSNWUrdEhQM3IzMmFoTjNmNzdYQTc4ZmNRTnZ3ZHhaTG5udURGUnA3MCt1WTQ1NHE0cnExT3d3OERtOUc2bWpNQVh3ZGVZK1RHdjgzMkdkZStCcEhKbVd3NkYxM29lZkk4NmVQRy90SHRBTGdjbjhiaXY2N3cyOWxvWXRQTVErZkpDWjN3Y2JYOFM1bWxDdHZCVVNra1orWUEwTGE2QzlaYXl5VS9yaVZsRk9nUmQ3TFdzdXJGeHJ6NmN6RHB4YmdSOERpeHM3TmoyTEJoREJzMnJLeWJJb1FRNGc0U2ZJVVE0aEhrZk9FSUhmb3VCdURxMVFBTzVKekY5SCt6YjgvdnpjeUFLK2V4am9rZ3k3c2VWSzhObGJ6UVQxN0k5dUZkZUtyN3V6aDcxS1hMTXpQWjh1Y0gzR3JaKzRHME05dGd4R0Ewa1pTUlE4ODF4MmhTMlltUW1Gc2twT2Z3WHZjNnpPeGFCd0NYMlR0SnlzaFJqak45OUJ3QXk0OWNaZHltc3lXK3ZwdWRWWUVoeFBsN21qL3U5UVFmUFdzcWRQdjBMclg1d0s4ZU5WeHlRK1hoc1IxNDhkc1RCZVlyNTFuMmZFTmVhRlJaZWZ6bnhZTDdEVzlWaldaZUZRaU1UR0xtam4vWWRTbTIwUFpQZlNwM2p2SzNKeU1aODl1WlFvTm1sMVZIMkQ2OE5mci92ZGNBN2J4ZHNOS29pVS9QNW16MDdiRHVZSzNsK1hXQlJLWGs5aGhmbmRZTmJ4Zkw2MUsyL3VLUTJlY2loQkJDUEtvaytBb2h4Q05HRTMyWityV2VSSzNSa1oyUnhNRnJmMkNhdkRBMzlCb05PUDI2aGdhcFViUnMweHlQbGw2RS9uT0tnSzFyQ0d2WmsrekEvYWcrV0VmQUZ4OVF2ZTVUV051NlVNMnhLaUdwQ2VEZ1d1STJhUzBzTnpTdFMyMW1kNi9MZjM0N3c1cmoxNGhMeXk0ME1KYTIvUFc5bWxSMktxemVWNkU5ellWdHIyQ2paY2VJTm96Y2VKcHZneUlMN0wvMGNCaGF0WXBxenJiOGN1YUdVcWs2ajdPdGppYVZjNGMwdDZycXpMeWU5VGdWbFV4Y1dzRmh3ODYyT3R6dHJmZzY4QnB2L1BJM1JkV291cGFVUWFNbGY1azlGem1qTzFVcTJIRG9hZ0o5MTU4bzhuVUtJWVFRNVowRVh5R0VlTVRZUjE2Z1RxLzVBQnc0dVJiRGlMZVZwT2UrZWo3LzZkK0RPazBISy90NzE2OVBoNmU3czJENFNLNTNmSkhzR3ZYSUh2QTZwMDcrVE12bVEyblNjaEJYajY0aXZlR1RKVzVUM1B0UFU4SEc4bjhwcTE5c2dwMU93N0xEWVNVKy83MVFxY0JXbXp2TU9Td2hIYit2anhHWG5rMUNlbTdQNVFLLytrckJxVHQ3bWdIbVAxMnYwSjdvdXprYmZZdlgvVThYdW4xZ1V5OWxUZUp0RjJMb3V6NncwRUpWU1JrNXRQNzhFQUFkYTdqU3Y3RW5FN2VHRkJoNlhCenU5bGE4M01TTG9jMnI1ZzdkUGhoNlQ4YzdXbXY1ckhkRHZqa1J3YUdyQ2ZkOGZTR0VFS0tzU2ZBVlFvaEhqSU5LaDBackRTWVROMGtCdDl5aVJkWW45dk5NczFyVWFkb1lFM0IweHk2aVFzTm8zYU1ydTc1ZHo3aVBGN0YrNVZyK1RydUZxazBYd3ZidXBDVmc1K1NCZldZNjZVVmV0V2hQZjMyVVAwZTB4VXFyNW5weUpzbVpPVFN2a2p1Zk56WXRpelBSOTdjMk1FQWxCMnVxTzl0d0lqSzV5UDNzZFZxbGh6Y2xTOC9GdURTejdUck43ZTVmUzJFOS8zeFhTejNabGxTdzBhSXFyRnM1bitHdHFpay9mM0xnQ2c3V2QvOXYrTW1hYnZ3NHVCbTJPZzF1OWxhOHRpSDRudFkxN3VMalR0VE1Ic3JyYmxQZG1ZbWRmSlR0UmExMW5GZDB6TVBCbXNxTzFyelNyQXF2L2h4Y29DZGJDQ0dFK0xlVDRDdktsRjZ2SnlrcGlhU2tKSEp5WkI2WkVIZGxNbUd0c3dFZ05lVUcrdW8xbFUydWdYdnBObjh5QU45OStBa3ZoZjlEUDdXUi90OTh4ZWpQdjhEZHk0dSsvZnR3L3VRQmNqcjNJc1BlRnBQUmdFcXR3VnBiZVBncGptUFhrdkQ1YUMvSm1UbEtEMmJlUE4wZC84UnlLaXFsUU9YaC9BR3pzTjVpSzQwYVoxc2RubzdXYkhtdEZaWHNyZW14NWlqSEk1SUtiWXVqOWUyaVZubTl2UG5wMUxldmUzVmF0eUpmbDYzT2NvR3NPNzNXc2hxZjlXNVlySDN6N0IzVjdwNzJCeGpTckFvMldqV0Rmd3dxZE5taHAzemNHZERFazBvT3VaK3BrNDJXeU9STVp1KzZ5SWEvbzlnNHBBVTk2bFFrSVNOM2VIVlJlZjNPb2Q3V1dqVS9EVzZPdDRzdGkvKzZjcy90RjBJSUljcUtCRi94ME1YSHgzUDA2RkVDQXdNSkRRM0ZWSUpoZTBJOE1yeGVMdDN6WmFWaVo1dGJNVGpqVml6R1NwNUtCV2RIdFVINVdYczFqQjdPdHN3TUR1SEhWbzM1N05CUkdyWnRRNVU2dFhIWXNwYkV6cjB3T2J1U2xaR0VqYjBibWxMNGExalk4amJkNjdnVE02dW5XVS9yblFvTG9HKzByczRicmF1YlBiZHpSQnU2ZjNXVWs5Y3Q5L3c2NXV0RmpiNlZXV0M3UTc1Z2ZQaHFRb0doeGpWZDdhanVuRnZzeWN2Sm1vaWt1eTlKcy9SUUdCcVZpaWxQMWVKeVhKckY0Y3ROUFoyVThCOFltVVI2ZHNGQ1ZUNnVkbFQ3MzdXamIyWHhqNFUxaXl2YVd6RytmVTJ6NGNyVG5xcE4reG91UE9Yalp2YjZBWTZFSjlKMTlSRXk5YmtMSkQrMzdqaGF0VnBabXFtbzRsYjNPdFJiQ0NHRStMZVM0Q3NlbXRUVVZEWnQyc1R1M2JzeEdHUUpEQ0ZLUkszRFlNd05JaHF0RmFxYzIyRXp5M2c3V0tab2RhZ3c4bDdqK2h4UHk2SmF2ZHc1cThseGNXUzc1ZzZOVm1WbG92bGY3M0grdFZ0TDIyL25vdGx6T1k2ZkJqY24rbFlXTjFPelNNODJVTnZObmlvVmNxLy9WNmo1a2tKUCtyZ0JFSldTeWFVN2hpb0R6T3hhaDVHL25MYllvMXM5WDRnTFQ4ckFTcVBHenVwMjJQVjB0T0Y0UkJKcmpsOWo0NWtiQlY3NXhFNCsxSFMxbzZtbkV5djZOcWJIbXFNV3IzT25KUWREQzUwN1c2V0NEWmNtZHdGeWx4SnErOFhoQW5OMXJiVnF6ci96bFBMNGRmOWdkdnhUZU1Ybi9Ecjd1UEpNdlVySzQ1Q2J0Nmp1WW91RGxaYVl0Q3dsOUFMa0dFemsvRXYvRFM3T2NQSFN0SC8vL29kNlBTR0VFR1ZIZ3E5NEtFSkNRdmo4ODg5SlRUWHZ2ZEJxdGJpNnV1TGs1SVJXSzE5SFVRN2QvOVJXYzFiV1pHVGtMazFqNzFRWjliVTk1RVdhWkFkWEVtN2V4TlhEZzE1dmorZVZwY3R4MHVkZzlHbkk0TjdQQW5EaXdHSFNHbmNDUUhVckdaMlZQUUE1cGdjYmhINDdHNDNEckQvTWh1ZitPclFsTDFTb1RHUnlKayt0T3FJOHIxS0I4Y1BjWWRLL25ZdSs1K1dNOHBZZUFqZ1hmUXQ3S3cxN0xLd2gzTHFhTTZ2N05ibnIrZmFPYWtmM3I0NWFyTHhjWE85M3I2c01tNTY4M1hLQnFyYzYxcVRtLzliaTNYTTVydGloRjJESVQ2Y0ltdEFaVHlkcnBtNC96N0xEVjdrMnZSc09WcVgzNytvcnphclFyYlk3WTM4N1l4YWtTOU9UVDVhOHdOcTkrdXV2djZoUm84WkR1NTRRUW9peUpVbERQSEQ3OXUxai9mcjFTaSt2UnFPaFk4ZU90RzNibHZyMTYwdmdGZVhhdTFPM2x2SVpWV1RvYzh0UVdkdTVZQk1kcXhTbFN1by9tcFZMM21QNlI3T3BWc3VIMGNzK01Uc3lNU2FHdlJjaTRhbjZZRFRna0pIN2Q5SmtNcEtwTDNtb0s2NzhvZGZkM29xZWRTc0NzUFg4VGJQOVZLankvWHp2YXVZTHZrZXZKWkdZa1VPUHI0N3g1OGcyV0duVVpCbU10S2hTZ1l3Y2c4VzV3bzdXV3FVd0YwRFZDalk4LzRRSGF3TWpTdEFhYUZHbEFzTmI1aGExK3Uxc05Mc3ZGVnpTcVlhTEhUTzY1UGJLNjQwbUptdzVkMC9YU0VqUG9mLzNKM0N4dFNxd0xyQldyZWJMRnhyVHp0dkY0ckZlVGphRm5qZXZ1SlZPcmVJSmo5ejV2ZzBxT2RCMy9RbHVwbWJkVXh1TDQySDJ3S3BVS2dtK1FnanhHSkhFSVI2b3dNQkExcTVkcXp4dTBxUUp3NFlObzFLbFNrVWNKWVFvU3JwT1IyWmFQRGIyYnRSMWFVandtZVBRdURYWTJuUGwyZGRaTU9VOVJyODFCbmN2VCtXWWt3Y0QyTEJsTjNHalorYys4Y2NHV3RiTzdRV092WDZHVkZldmgvb2FsanozQlBaV0dqSnlESHkwMzd4SVV2NUN5dW9TREgydDVaWWJmT1BTc3JrY256dE1PajQ5bXhiTERpcm4zRGU2SFoxcnVyTDFmQXdmSDdoOWZXdXRtcTJ2dFZZZWJ3bTV5Y0QvQmluelllK1ZsVWJOdXBkOGxTV016c2VrMHFxcU0zOUhwNUQxdjE1VEs0MmFEVU9hNC9TL0FsOGY3YjlNeU0xYjkzeXR3cXBkNjQxRzN0a2F3b1loTGVoVi85Nys3Ylcwem5IYjZpNGNHOWVSNTlZZDUyejB2YmRUQ0NHRUtBc1NmTVVEYyszYU5WYXVYS2s4OXZQelk5Q2dRYWp6VlZRVlF0eTcxRm90T0hWc1BlMjZUcVJwNDM1YzJqaU5OSjhHWU8rSXZuWWpMbzcrZ0huZnJxUkNhZ0xXS2lPcFJoVkp0WDFKLzc5RnVlT0lveU54TzNtYWFqMzdBM0E2NkdkeW1qejEwTnIvWHZlNkRHMWVGWk1KUm03OG02dUo1Z3NwNVY5Q3FMakxDZVhYcG5wdThhKzlWd3IyckFJWVRTWmUrVEdJb1AvcnpPSmVEYkMzMGpCdnp5VnN0R3ArZmJVbDNldTRBN0R2U2p3di8zRHl2b2IxdHZOMklTM2JRRWFPQVZ1ZGhobGRhek9qYTIxeURDYitqazdoU0hnaTd2Wld0S3FhMithZzY4bk0zWDJweE5jclRIcU9nVDdyQTNHMjBSVW9RaFkrdlp0U3pPdE9yck4za2lqRnJZUVFRcFFERW56RkEyRXltVmk3ZGkzWjJibS9ZSFhzMkpIQmd3Yy85TUlsUXBSTERtNUVwQjZuU1VvMDlrNlY2ZDFwR3I5ODhpNDViODhGeHdwZ1kwZlMwSWxZWFBBbk9oTDc1WXQ0cHVkOEFHNUduaUxXMWhaMDk3ZWMwWjE2Ti9CUWZxNWYwUUVuR3kyWk9VYVc5V25JNkRiZXBPY1lHTG54YjM0TXZsN2dXSjFHYmZIbjRxanViS3ZNOFYxL01yTFEvU0tUTTNueDJ4UHNlcU10czN2VXBiMjNDeTUyT2lXQUhneExvUGU2NC9jOWwvV3YwSGphTGorRVZxMmljV1VuMmxaMzVra2ZONTZxNVVhTEtoVm9VY1Y4M3ZHMXBBeDYxSEZuNzVYNEV2Y3lGOFpnTkZtc3ZLMHA0dC9sa3ZTNEN5R0VFUDlHRW56RkEzSDgrSEd1WE1rZFB1amg0Y0h3NGNNbDlBcFJpbEtiZEdIdnpnOTRwdTlpYkJ6YzZOOXhKbHMvbmNldHA3cEJKNytDaTdNYURiRDFKOXovUG85Znp3L1E2bXpJVEkzblVNQWFNdHYxSzdWMlZYTzJaZG56RGVuYnNESlplaU1ucnlmVHJiWTd5WFA4bEgwT2hDWHduMS8vNW54TXdhVjZBR3p5cmU5cnE3dTM0UHRTazl3aDJ6ZHVaYkh6WXRIRm9RNWRUZURGYjArd2VWZ3JaYjR4NU00NWZ2bUhJTkpMTVhqcWpTWk9SU1Z6S2lxWkw0K0dvMVdyK0dWb1M1NS93c05zdjc0Tks5TzNZV1hTc2cxc3Z4RERENmV1cy8yZm14Ylg3QzB0bWlKNjFZdmFKb1FRUWp4S0pQaUtCMkxidG0zS3ovMzY5VU9uMDVWaGE0UW9oM1EyeERicHdwN2ZaOUsxOXp5czdWem8xMk1CbHkvdjQreWhtYVRhYUREYTJJRFJoQ1lyQzhkc0l5MXJQWWRYOTVjQXlFeU41ODl0czBodTNSdlVtcnRjckhoR3Rhbk94NzJld05GYVMzS21ubWZXSHVOSWVDTGoydGZnMDk0TmxXSExNYWxaK05XclJFMVhPNkpTTWtsSXp5RWp4MENXd1VpVzNxak1kVTNMTm5BbStoWmVUalk0V1d0eHN0SGlibTlGSlFkckt0bGJzZkpZT0NtWmVyTTJ2TnFpS2dDZkhMaUN3Y0phdXZrOTZlUEd0QzYxQzZ3dlhOUFZqbUV0cXJJNTVDWlJLUVhYQWI1ZlBlcFVaTkd6RGZEMWNnSWdOQ0dkTnplZG9VbGxKNFkycjBxanlvN1lXMmtZME1TVEFVMDh1WEVyaTZXSFF2bnNVSmd5TDlpU0JYNzFTYzh4RUo2WVFhYmVRRVVISzRDN2h1YWl3bTFSYXk4TElZUVFqeElKdnFMVXhjWEZFUllXQm9Dam95TnQyclFwNHhZSlVVNDV1SEc5VVNmKzJEU05wN3BNeE1tOUJyWHJkS1YybmE0QUdJMTZWS2hRM1JGc2IwWUVjK2pJNnR6UWEyVm42Y3ozYk5uempSamZvUWFRRzdSZStEYVFJK0dKQUh3UmNKVURZUWw4MWE4SnJhczUwNyt4Si8wYmV4Wnh0bHoyVmhybTlhekh2SjcxQ213em1reDhGeFJwRm55ZnJWK0p4cFVkdVJ5Znh1ZUhyMW84cDVPTmxvRk52Umplc3JveUZ4amc4TlVFakNib1ZOT1ZoaDZPckhpaE1TdGVhTXpGdURST1hVL21jbndhVitMVGlVL1BKakVqaDZ1SkdVUWtaUlQ3L2ZGeXNxRi9ZMCtHdDZwR1UwOG41WDM2UENDTTJic3VjaXRMejQ1L1lsbjAxeFdlOG5IajdVNCtTbSt3cDZNMUh6N1RnQmNhZXRKbDlaRkNoMEIzcWVWRzIrb0ZLemNYMXJPZXg3cUk0ZVQ1ZTkvRjNhV25wK1B2NzA5QVFBQlJVVkZrWnBiK2pSTWh4TU5oWTJPRGw1Y1g3ZHUzWjhDQUFkalpsYzcvbDZMc1NQQVZwZTdVcVZQS3o3Nit2bExNU29nSHlkNkZ1TmE5MlI2NGxzcm9hTnBzQUM0ZTlVQ2xRcTIrL1UrOHlXUWtKaUtZMDZjMkVHdG5UMWE3L3FYVzB3c3djK2NGcXJ2WTBPZUp5dnpmbHJQc3V4SnZ0djN2R3ltMFczNll2ZzA5R05HcU9qM3FWQ3hSYjZMSkJIUDNYR1I1d0ZWaTcxaFg5OTJ1dWNzQnZmMTdDTm1HMnoyajlTbzY4SFRkaXZqVnE4aFRQbTdLZXJxM3N2VDhlamFhWllmRENMcWVXeEY1UUJOUHBqNVZXNWw3VzlmZG5ycnU5Z1hhOFhYZ05VWnUvTHZRZG5vNFdOT3Ftak9kYXJyU3RaWWJMYW80SzZQUDQ5T3pXWDh5a3M4T2hWa016L3RENDlrZkdrK2I2czU4MXJ1aEVtYmJWSGRtUUdOUHZnMnlQSGU1dzRvQStqVDA0TFBlRFpWaVZWY1QwL24wWUdpaDdRU1U5OE1TdXlLMkNYTkJRVUY4L1BISHRHclZpcmZlZWd0dmIyLzVSVm1JUjFoNmVqcmg0ZUhzMkxHRGtTTkhNbW5TSkpvM2IxN1d6UkwzUVlLdktIWFIwZEhLeno0K1BtWFlFaUVlRTFvcjBwdDBJelFyamNqelczQTRIbytOMWdZZEdrd1kwV01pUFR1RFZGZFA5RTI3Z0s3d2RWdEw2bGFXbmhlK1BVR2ZKeXF6NlZ5MHhYMk1KaE8vbm8zbTE3UFIyR2pWTlBSd3hNZk5EazlIRzV4dGRkaGJhYkRTcU5GcFZHaFVLalRxM0Q5VnF0dEZsaUtUTTVpOTYyS0JjdzlwVm9WMjNpNHNQUlRHMXZNM21kUzVGcy9VcjBoenJ3bzQyOTZlYW5FdEtZTzlsK1A0OVd3MGYxNktMVEIwMlAvdkcvai9mWU9XVlNzd3NHa1ZucTFmaVFhVkhKVHQ2VGtHUGpzWXhuOHRGT1VhMnJ3cVE1cFZvVkZseHdKcjQxNkpUMmZYcFZpMlhZaGg1OFdZWXMzWlBYWXRpUTRyQXBqWXlZZTVQZXRpcTlQZ2FGMzRmOXRHazRuZnprWnpPaXFGa0hlZTR1ZlRVYnk5OVZ5UlZaazFhaFU2allxL1F1UE5Bbko4ZWpaZkhiL0cxY1RpOTJvL3pvS0NndmpvbzQrWVBuMDZ2cjYrWmQwY0lVUXBzTE96bzBHREJqUm8wSURnNEdBV0xsekl0R25UYU5hc1dWazNUWlNRQkY5UjZoSVNFcFNmbloyZGk5aFRDRkdxck8zSnJ0dUdoTHZ2K1VDWVRCUWFldStVK2IvQ1Z5ZXZXMTU3OWw1VmM3YmxZRmdDazdlSEFMblZuZDNzck5oOU9ZNUxjV2tFUjZWd09EeUI2OG5GRzNwNklqS1pFNUhKVE5vV1F0VUtOclNwN2tMTHFoWFlkeVdlUHdzcG1xVldnYnU5RmNGUktXd0p1Y21sdURSQ1ltNXhJaktadUxTQzFaU0x3Mmd5OGZHQksveHk5Z2E5RzNqdzQrbUNnZnRPb1FucFZGdXd1MENQdUNVcW9NV3lnMHFQTjhDM0p5UDVZTy9sVXE4cVhWNmxwNmZ6OGNjZk0yUEdESm8yYlZyV3pSRkNQQUMrdnI1TW56NmRSWXNXc1diTkdobk44WWlTNEN0S1hXcnE3ZmxrOGcrREVPSmhXTGp2TWd2M1hWWWVUOWh5dHRUT0habWNTZVNaRy94eTVrYVIrNjAvR1Zua0VrcjNJeXdobldXSHc0cTlmM0ZDTCtSV213NjY0K2JEeGJpMGUycmI0ODdmMzU5V3JWcEo2QldpblBQMTlhVlZxMWI0Ky9zemJOaXdzbTZPS0FHWmZDa2VLRm5DU0FnaFJIa1dFQkNBbjUvZjNYY1VRanp5L1B6OENBZ0lLT3RtaUJLUzRDdUVFRUlJVVVKUlVWRjRlM3VYZFRPRUVBK0J0N2MzTjI0VVBmcEgvSHRKOEJWQ0NDR0VLS0hNekV5WjFpUEVZOExPem82TURDbjY5NmlTNEN1RUVFSUk4UytXbkp6TWtTTkhNQnFOZDkrNUdPZUtqYlZjb08xaCtPR0hIN2gwNlZLcG5NdGt1bnQxOVB2Wi8ySEl5c29pSjZmd3l1c1Bpc2xrNHRpeFkyUm5sNnp3WG5FZFBYcVVxMWV2UHRCcjVKZWNuRXg2ZXZwRHU1NTR0RWp3RlVJSUlZVDRGOVByOWJ6MzNuc01HVEtFNzcvLy9yN0N5dmJ0MnhrMmJCaXJWcTI2NTRDd1o4OGU0dUxpQ3QxKzllcFZoZzhmenZ6NTg5bXhZd2RaV1ZsQWJxKzRYcThuUER5YzlldlhNM2JzV09iUG42OXN6M1BzMkRIUzBvcGZYQzBpSW9JSkV5YXdaODhlOUhwOWtmdWFUQ1lHRFJyRTZ0V3JDUTB0ZW0zcmh5a21Kb2FYWDM2Wkw3LzhrbXZYcmluUDc5Mjd0MWczQ0tLaW9rcDAzZWpvYUQ3ODhFTUdEeDdNbGkxYlNuU091ekdaVEd6WnNvVlJvMGF4WU1FQ2twUHZyNHIvbENsVFdMRmloVmtSMVR2NSsvdnp5aXV2c0g3OWVsSlNVdTdyZXFMOGthck9RZ2doaEJEL1lyYTJ0Z0RFeHNaU3RXcFZyS3lzekxZYmpVYSsrdW9yS2xldVRKOCtmWW84MThzdnYweFFVQkFiTjI3azBLRkRMRnk0a0hYcjF0MDFjSnBNSm9LQ2duQjBkR1R5NU1tMGJkdTJ3RDVWcTFhbGE5ZXVmUGZkZC96MTExOGNQSGlRR1RObU1HM2FOQm8yYkVoOGZEd21rd2tIQndjY0hSMzUrdXV2elY3RHRtM2JxRjY5T2dzWExzVFYxZld1NzR0V3ErWDgrZk9jUDMrZTJOaFlCZzRjV09pK0twV0toSVFFL1AzOU9YUG1ETysvL3o3dTd1NTN2Y2FEWm0xdHphMWJ0L2pqanorb1hiczIxYXRYeDJReXNXclZLcnk4dktoVHAwNmh4MlpuWjdOanh3NzY5Ky9QeUpFakM5MHZORFFVdlY1UDNicDFsZWM4UFQyWk0yY09reVpONHZQUFA4ZGtNbG44N2h3K2ZKZzJiZHFnMWQ1N1pGQ3BWRXlaTW9YaHc0ZXpiOTgrUWtKQ1dMdDJiWUh2YjNFOStlU1RmUGJaWnh3NGNJQzVjK2VhdlI0QWc4SEFybDI3U0UxTlpldldyUmlOUm9ZT0hWcWl0b3Z5U2I0SlFnZ2hoQkJsNVBMbHk2eGZ2NzdJWWJqNXQrM2F0WXZkdTNlYmJZK1BqK2Z5NWR6bHZMS3pzeGt3WUVDQmM2U25wM1BseWhVYU4yN001TW1UR1Q1OE9OSFIwVVJHUnRLelowOW16WnFGczdNejl2YjJGdHVnMStzeG1VeGtaV1hoNk9ob2NSK3RWc3VRSVVPb1hyMDY4K2ZQSnlVbGhjbVRKd1BRdUhGalpzK2VEYUFFRTB0Q1EwTjU5OTEzK2VTVFQ1VEFuOS9PblRzQmVQcnBwOUZvTkFENCtQZ3djT0JBRml4WVFPdldyZW5ldlR0QlFVRlVxbFNKcWxXcktzZXExV29NQmdOVHBrejVWNFJlUUFsbG5wNmU5T2pSQTRDelo4K1NrSkJBUWtJQ1o4L2VmV20ybjMvK21jVEVSQ1pPbktpOEovbDk5ZFZYeE1mSDQrdnJXMkNiazVNVHljbkpiTisrbmV2WHpkY0pUMHRMNDg4Ly84VFgxNWM1YytZVU9wZmRaREx4NmFlZjh1cXJyeFo0WDUyZG5lblhyeC9yMXEzajFxMWJGci9uSnBPSlgzNzVCVDgvUHh3Y0hBcDluYjE2OVdMWHJsMmNPM2VPNWN1WHMzVHBVaUEzOEdvMEduYnYzazFDUWdKMmRuWXNYYm9VTHk4djVkaU1qQXcrL1BCRCt2VHBRL1BtelF1OWhpamZKUGdLSVlRUTRyR2pVcW4rRlVNaGE5ZXVqWWVIQjF1MmJNSFoyYmxBMkV0SlNURWIybm44K0hFY0hCeHdjbkl5MnkvdmwveXRXN2ZpNnVwS3QyN2R6TGJyOVhvbVRweEl3NFlOR1RwMEtFOC8vVFJIamh5aGJ0MjZ1THE2c25uelpteHNiSURjSWNlK3ZyNVlXMXNyeDkrOGVaTWhRNFpRcVZJbEdqWnNXT1JyNnR5NU02Kzg4Z3JmZi84OUZTdFdaT2JNbVVwd1dyQmdBZGV2WDJmRmloVjA2ZElGUHo4L3ZMeThHRGx5SkptWm1Zd1lNWUpubm5rR25VNW44ZHlabVpsODhjVVhSRVZGMGJ0M2IrWDU5UFIwRGg4K3pMNTkremgxNnBUeXVHUEhqb3dlUFJvUER3OGwrUDZiNUErcU9UazVYTGx5aGRXclZ3UFF1M2R2R2pkdXpLbFRweGcyYkJpMnRyWWNPblNJOXUzYms1MmR6Y2lSSTdHeXNtTEFnQUcwYnQzYTR2bmo0dUlJRGc1R3I5Y1RGbGI0V3VDaG9hR0ZEZ0VQRGc3bTdiZmZac0dDQmJpNXVSWFlIaFlXeGg5Ly9FRmtaS1RGbXlJM2I5NEVjaitqQlFzV0ZOaWVtSmpJK2ZQbk9YYnNHQXNYTGl5eWg3Wi8vLzZjTzNlT2V2WHFBYkJ4NDBhU2twSjQ3YlhYK1A3Nzc0SGNHeHh6NXN3eE95NDVPWm40K0hpQ2dvTDQ4TU1QNy9vZEZ1V1RCRjhoaEJCQ1BIWnExcXpKbVRObnlyb1pBSXdkTzVZUkkwWVVDTDBSRVJHOC9mYmJaczgxYnR5WXlNaEk1c3laUTQwYU5ZcDlqYnpocFpjdlg4Ykd4b1lSSTBiUXExY3ZSbzhlVFlNR0RSZy9mancyTmphWVRDWSsrdWdqN096c0dEMTZOSjA2ZFNyVytVMG1FeEVSRVRnN08zUHg0a1YyN3R5Sm5aMGRiNzc1Smg5KytDRzJ0clo4K09HSCtQajRzSDM3ZHRMUzB0aTdkeTlkdTNabDVjcVYyTmpZc0dUSkVxcFVxVkxrZFo1NWJKWFI3UUFBSUFCSlJFRlU1aG0rKys0Ny92dmYvK0xzN0t3OGYralFJYkt6czJuVHBnMXZ2dmttYXJXYThlUEhjL0RnUWM2ZVBjdC8vL3RmMU9wL1IybWJ0V3ZYa3BtWkNhQVV0b3FQajJmOCtQRmN1WElGZ0FvVkt0Q3hZMGNXTFZwRWZIdzgrL2Z2NTZXWFhtTG56cDE4K3VtbmVIcDY0dW5weWVMRml3dnRpZFhyOVN4ZXZCaTlYay92M3IxNTg4MDNXYlpzR2R1M2I4Zk56WTE1OCtaUnAwNGQvdjc3YjZaUG4wNzkrdlZwM3J3NXJWdTN4dG5abWRkZmZ4MkFGMTk4a2FlZmZyclE0ZWQ1dmZEWHJsM0R4c1pHNllHOWs1V1ZsZkw2OHNzcnRoWWNITXlubjM2cWpCSklTa3BpN3R5NVpzUHc4OTZ2WThlT2NmcjBhY0xEd3pFYWpWeThlSkhvNkdpOHZMeXd0YlVsTlRVVkR3OFA1VGdIQndmbHU3Vmh3d1ltVFpwVTZNZ0ZVWDVKOEJWQ0NDSEVZK2Y1NTUvbjY2Ky9KalkybG9vVks1WnBXOVJxZFlIUWUrSENCV2JObWtWeWNqSWRPM2JrMEtGREFFeWNPSkYzM25tSENSTW1NSHIwYUo1OTlsbFVLdFZkcjVIWGcrcm82S2owZHZuNCtEQnExQ2dXTFZwRVNFZ0l5NWN2Snk0dWpsdTNibUZyYTN0UGN5TkRRME41NjYyM2xFQ25VcW1ZTzNjdTU4NmRvM1hyMW93WU1RSTdPenRDUTBQWnUzY3ZrTnNEdUhmdlhnWU9ISWlkblozRjNzUTdXVmxaMGFGREI3WnYzMjVXL0duanhvMVVyMTZkR1RObUtFSHduWGZlWWZ6NDhSZ01CdFJxOWI4bStOYXNXYk5BejJkeWNySlMvRW1uMHpGcDBpUTJiOTZzREZHZVBuMDZycTZ1dlBqaWkzeisrZWZLY1BjNWMrWXdhOVlzaTBPRS9mMzlDUW9Ld3Q3ZW51Yk5tek4xNmxST256N04vN04zNTJGUlZmOGZ3TjkzWnRnR0ZCVUJRUkYzUlJOQnc0d013eFUxTjVSTXkveTVadTdtaWt0dXVZUkxrdVd1bVpaWmxKcGJ1R1F1WDBuREJTUk4weERFY0dGUlJJWnRadTd2ajJtdUREUEFnQ1NDNzlmeitEeHc1eTduTXFQeXZ1ZWN6N0cwdEVSS1NncE9uRGlCZXZYcXdkUFRFeUVoSWRpNmRhdjBSKy9MTDc4MEdDNmUzL1hyMTdGdjN6NEF3Smd4WTlDdVhUc01IejRjVmFwVVFZOGVQZkRHRzI5QUVBUjgrKzIzMkxadEd4bzFhb1R1M2J1alZhdFdBSUR6NTg5anhvd1pzTE96UStmT25kRzBhVk9vVkNvb2xVcFVxVklGL2ZyMXc2Wk5tMkJyYTR1clY2L0N5c29LbnA2ZTB2V2JOV3VHR3pkdTRPTEZpM0J6YzhObm4zMkd0TFEwREJreUJIWHExRUdQSGozUXVuVnJzLzZPVU1YM2ZQd0xRRVJFUlBRTUJRY0h3OXJhR21QR2pDbnJwaGdRUlJGNzl1ekJoeDkraUljUEh5SW9LQWlUSjArV1hyZTN0OGNubjN3Q0d4c2JyRnExQ3NPSEQ4ZisvZnVSbnA1ZTZIbnpoNzdjM0Z6czNic1gvdjcrYU5Tb2tUUVU5TUNCQTdDMnRzYWdRWU1Lclo2YlgvMzY5UkVXRm9aWFhua0ZBT0R2NzQ4MmJkcGcyTEJoR0RkdUhKUktKYUtpb2hBY0hBeTFXbzNYWG5zTi9mcjF3Lzc5KzdGZ3dRSmN1WExGN0dISVhsNWVjSEJ3UUo4K2ZRRG9RbmR5Y2pKNjkrNk5MVnUyU1BOSW16UnBnczZkTzJQa3lKR1F5V1RQVGZqeDkvZkhqaDA3Y1Bqd1lmend3dzhBZEE4aGpodzVnaU5Iam1EUG5qMklqbzVHUkVRRS9QejhzSERoUW93ZlB4NWhZV0hRYXJXWVBuMDYzbi8vZlFEQWhRc1hjT0xFQ1pQWGVldXR0N0JtelJyMDZkTUh5NVl0UTB4TUREcDA2SUF0VzdaQXFWVGl1KysrdytUSms1R2RuWTFtelpwaDJiSmxXTHAwcVVIUWZmRGdRWUgzb1Zhck1YZnVYT1RtNWtxQlZOL1QvdWVmZjJMeDRzV1lPblVxTkJvTmNuSnlvRmFyOGZ2dnYwczl1S0lvWXQyNmRXamJ0aTIyYmR1R0R6NzRBTzNhdFRQb3dmYjE5Y1dXTFZzUUhCd01RRGNYZXNXS0ZWaXhZZ1ZtekppQkdUTm1TQStOT25YcWhPenNiRmhZV0VBVVJWeStmQm5wNmVuUWFEUzRkT25TVTFlVnB2S1BQYjVFUkVUMHduRnljc0w2OWVzUkdCaUlvS0FnckZtenBzeDdmdVBpNHJCdzRVTGN1blVMam82T21EUnBFbng4ZkpDYW1pcnRrNW1aaVRwMTZ1RHp6ei9Id0lFRGNldldMWVNHaHVMenp6OUhvMGFOMExScFU3enl5aXZ3OXZZMk9MY2dDQWJCejhMQ0FtdldyTUUzMzN3am5UODBORlFhcnZyRkYxOGdLeXNMcWFtcDZOKy92MW50VnlnVTBqeFJmUURPeU1qQW1UTm5FQjRlanFpb0tBaUNnSzVkdTJMTW1ER3d0TFNFWEM3SDk5OS9qd1VMRnNEZTNoNHZ2L3d5UER3ODRPN3VibFNNS1NvcUN1dldyWU1vaXJDeXNrSklTSWgwWGJWYWpUVnIxa0N0VmtNdWw4UFB6dytOR3plV2hzM3Fmd2JQQzFPZnRaczNiMkw3OXUwNGRlb1VBT0NkZDk3QjRNR0RJUWdDSGo1OGlBMGJOdURpeFl1WU8zY3UrdlhyaDh6TVRPellzY05rMFNvQWlJK1B4K3paczZGV3E5R2xTeGYwN3QwYnJxNnUwR3ExeU16TUJBRE1tVE5IbXN0OTllcFYyTnJhWXQyNmRkaXdZUVAyN3QyTFM1Y3VvWG56NWliUEw1ZkxNV3pZTUdSa1pPQ2xsMTdDNDhlUDRlRGdBRzl2YjN6d3dRZFl2WG8xb3FPamtaeWNMRDFFYWRDZ0FmejgvQURvM285UFAvMFV0cmEyWnI4M3ljbkpXTFpzR1FEZzNMbHpTRTFOeFJ0dnZJSGp4NDlqeTVZdE9IWHFsRlRjemNuSkNYNStmamgvL2p3V0xWb0VqVWFEY2VQR0lTQWd3S3hyVWNYRDRFdEVSRVF2cEQ1OSt1REhIMy9FcUZHalVMOStmYlJ1M1JxZW5wNUdoYU9La3BxYWF0YnlPd1c1YytjT3Z2bm1HeHc1Y2dSYXJSYUFycWpWcGsyYnNHblRKcVNrcEVqN3pwa3pSL3JhMHRKU1d0TlhvOUZJeS9yVXFsWExLUGlhWW1WbGhRY1BIaGdNSFczYXRDa0E0TktsUzZoYXRTbzZkdXhvOW4wOGVQQkFXdWQzeVpJbDJMMTdONjVmdnc2TlJnTTNOemNFQlFXaGE5ZXVjSE56azQ0WlBudzRrcEtTY1ByMGFhU2xwZUdYWDM3Qkw3LzhncnAxNjBwRm52Uzh2THpnNmVtSm1KZ1lWSzllSGZIeDhRQjB3VGZ2c2o5Ly9mVVhkdTNhQldkblp3d1pNa1FxOVBVOEJkLzhidDI2aGZmZmZ4OVZxMVlGQUN4ZXZCZytQajdTNndxRkFscXQxbUNJdEwrL1B3NGZQbHpna1BRYU5XcWdkKy9ldUhqeEloSVNFckI2OVdvQXVxV2o5TDNpeTVjdmwvYVBqWTFGV2xxYTFFdnY3ZTB0dGNjVVFSQ2tuKzI1YytjUUhCeU1SbzBhb1YrL2Z1alJvd2ZDdzhPaDFXcmg3T3dzRlpMTFA0ZTdzQ3JPcG1Sa1pPRDA2ZE1RUlJFcWxRcHl1Unk5ZXZYQ3VYUG5rSjJkalMrKytBSlhybHdCQVB6enp6L28yN2V2TlB6ZTF0WVdiZHUyTGRiMXFHSmg4Q1VpSXFJWFZtQmdJTnEyYll1bFM1ZGk3OTY5T0hic1dLRkxDK1hYc1dQSHB3cSt5NWN2eDVFalI5Q2dRUU9NSHo4ZTN0N2VHRHg0TUxLenM2VlFVRkE0eU1uSmdTQUlHRFpzR0JRS0JTSWlJckJnd1lJQ2x5VEtIL3prY2prVUNnVldyRmhodEcrWExsMWdiMjl2MXJ4YlBYMEY1KysrK3c3WHIxL0gxYXRYQVFEVnExZUhoWVVGenA4L2ovUG56eHNkZC9QbVRWaGFXcUoxNjlaNCtQQWh4b3daSXdYdy9FYVBIZzFBTjh4MjRNQ0IwbjI4K3VxcjZOaXhvMVR3NnZMbHk1Z3laUXFXTGwyS0sxZXVZTnk0Y1diZng3TnkrZkpsZlBYVlZ3QjB3VFlvS0FqbnpwMUQ1Y3FWcFljZWVwbVptUkJGVVJyaURBQjM3OTZGU3FYQ3RHblRzR0xGQ3FPbGhKUktKUVlNR0lDY25CenMzTGtUam82T1VDZ1VVaEMwdExTVUtpNER1Z2NYb2loS3ZkSEZDWWt2di93eXhvMGJoOVdyVjJQeDRzV0lpSWd3cUt5c2Z5QlNWUEd5Z3VpSHdidTd1MlBqeG8xSVMwdER2Mzc5NE9qb2lDcFZxa0FVUmFqVmF2VHUzUnNxbFFvQVlHMXRqWkVqUjZKT25Ub1lNMllNN08zdGl4MjBxV0poOENVaUlxSVhtcE9URTFhdVhJbVZLMWNXKzloT25UcWhRWU1HSmI1Mmx5NWQwTDkvZjZrWE5PODhSRk9CTlArMUZRcUZOQlM1YjkrK2hlNmZQOUJyTkJxbzFXcURNS1duMVdxbDN1VGlhTmV1SGRxMWF5Y0ZrTHpEWks5ZHV3WlhWMWVEYXJyWjJka1FSUkVXRmhZWU5XcVVRVzl3WVk0ZE80WUhEeDVBcVZRaU96c2I2OWV2eCtiTm05RzFhMWQ4OE1FSGFOYXNHUVlQSG96Tm16ZmoxcTFiQUF5RGYweE1ETnpjM0F3cVF6OHJaODZjUVZoWUdDNWR1aVJ0YzNWMXhkQ2hRMUcxYWxWODlkVlhVblhpQnc4ZUlDRWhRZG92TmpZV0RSczJoSTJOamNIbjd1dXZ2OGE0Y2VOTVZsTWVQSGd3M243N2JXbEljM2g0T0Zhc1dJRlhYMzBWczJmUGx2YnIxYXNYVkNvVmZIMTlTM1JmUFh2MlJFSkNBdmJzMllOVHAwNWg1c3laMHM5Y3YwYXd1N3U3MFhFWkdSbll0R2tUM24zMzNRSWZ0T2puQmV2dlFhMVdBOUNGZjMzMWFibGNqbEdqUnFGbXpacVlQSGt5SEJ3YzBMbHpaK245MTFjMnB4Y1hneThSRVJGUkdjay9mekp2Y0RFVlNFdFRWbGFXTkg4ME5UVVZycTZ1U0V4TWxOYnpCWFR6YWxOVFU0dTk3cWxDb1REcVRWNnpaZzBPSGp5SUxsMjZJREF3RURWcjFrUkNRZ0tHRGgwS0p5Y25zME52ZG5ZMnRtN2RpdHExYThQZTNoNFpHUm5vMmJNblFrTkRzVy9mUHJSczJSSnQyN1pGdjM3OWNPalFJZlRzMmRQZytMaTRPSVNHaGtJdWwyUEdqQmtGRGd1UGlvckN3NGNQMGFwVnExSmQrdWI0OGVPNGRPa1NMQzB0MGJ0M2Izei8vZmZTYTMzNjlKR0tkZ0c2b2UzNjRDc0lBcFJLSlpvMWExYnNvbXg1MTJRK2UvWXNBT1BQbm40RWdia0JNU0lpQWxGUlVRYmJzck96QWVnZXFxeGR1eGFBN2lHS2Zyait5Wk1uRVIwZGJYRE11WFBua0pDUWdLaW9LQ3hmdnR4aytMMS8vejRBU0wzYSt1dTR1TGpnM1hmZnhjYU5HNUdSa1lHdVhic2F6SWtISU0xbnpsODVuVjQ4REw1RVJFUkV6eUZ6aG1VV1oxaDIvdU5XclZxRnVuWHJZdnIwNlVoTlRjVzRjZU1RSEJ3TVYxZFhoSVNFd043ZUhzSEJ3YmgrL1RxKytPS0xZcDNmMU5KQkdSa1p5TTdPeHZIang5R2tTUk9EWWEvNnVjM20yTFp0RzVLU2tyQjQ4V0pzMkxBQk1wa00zYnQzeDRNSEQ2VGVVclZhalR0MzdtRFlzR0ZJVEV6RXlwVXJwUUMwWU1FQ0tCUUt1THE2NHNDQkEzQjFkVFZZOHhVQU5tL2VqSjA3ZHdMUWpRallzbVdMUVhoOEdsT25Ub1ZXcTBWUVVCQ2NuSndNZ205ZUowNmN3Smt6WjFDbFNoVmtaV1ZCbzlHZ1M1Y3UyTDE3TjlxMGFTTXRDVlFjZCsvZXhaa3paNkJRS0tRaVU0RHU1NjlXcTAzZTQ4bVRKMUdyVmkzVXExZlBZTHVucHljMmJ0eUkyN2R2bTd6Vzd0MjdqYmJwbDdJeTVmYnQyNWd5WllySjhLdGYvMWMvbDFzZmZLdFhyNDdPblRzYkRBdlgvNTJJalkzRmhBa1RwTFYvbjJZZVBsVU1ETDVFUkVSRXo0bThBZENjb2M3bUxnRUVHSVprUVJEZzRlR0J5NWN2NDhxVkszQjFkVVdUSmsyazErM3Q3UUhvQ25jOWV2U28wR1Z0VE5FUFJjMHJNVEVSQU5Ddlh6OTA2dFRKNERWOU9Dbkt4WXNYRVJZV2h0NjllOFBIeHdjclZxeUF2YjA5WW1KaWtKR1JBWVZDZ1FVTEZ1RHUzYnZRYURSUUtCU29XYk1tYXRldUxZWHh4WXNYdzl2YnU5QjFpdlh6a3dGZGIrUHQyN2RSdjM1OXM5cFlGTGxjanBrelp3SkFnVXZzeE1YRlllWEtsUkFFQWRPbVRjUFNwVXVSbVptSnQ5OStHNGNPSGNLQ0JRdnc4Y2NmRjFoeHVTQnIxNjZGV3ExR3o1NDlEUXBYNlllMTY5ZDcxaE5GRVFzWExrU1BIajB3ZnZ4NGc5ZnM3T3l3WXNVS1pHVmx3Y0hCb2NBSEF6Tm16TUQ1OCtmUnJGa3pUSjQ4MmV5ZS9id3VYcndJUURlWEdJQlVKVHJ2MGtkNityOUROalkycUZldkh2YnYzdzhyS3lzNE96dGp6Smd4eFg2SVF4VUhneThSRVJIUmN5SnZZRFJucUxNb2loQkZzY2lLeGFaNmhoTVRFN0Y0OFdJSWdvQXhZOFpJd1RBaElRRUxGeTRFb0NzOEpZb2lkdTNhVlp6Yk1Kb2ZmUGZ1WGFuYXJxbWh4ZWJNSjc1OSt6WSsvdmhqdlBMS0t4ZzFhaFFBWFFDeXQ3ZUhoNGNIL3Z6elQ5U3NXUlB0MjdlSHU3czdhdGV1RFZkWFYybjRlR0JnSUhKeWNsQ2pSbzFDUXk4QURCbzBDQWtKQ1VoSlNZR1ZsVldKaXpLVnhKMDdkekJ6NWt4a1ptWmkvUGp4QnRXZHExYXRpbkhqeG1IcDBxV1lObTBhM25yckxiejExbHNGRmpUTEt5d3NEQkVSRVZLMTY3ejBQYWo1dzZ2K2ZVbEtTako1enFKNlViZHYzNDd6NTgvRHlzb0tOMi9leE5DaFErSHM3SXcyYmRyQXo4OFB6WnMzTC9LemUrL2VQVnk5ZWhWMTZ0UkI0OGFOQVR3WitteHFWSVMrelpVcVZjS0VDUlBnNGVHQmwxOStHVC8vL0RQWDhuM0JNZmdTRVJFUlBTZnk5bnlhVzRFMk16TVR2Ly8rTzlxMmJWdGdvTXZiTTZ4V3E3RnYzejVzM2JvVkFEQjkrblMwYnQwYUFOQ3RXemNjUFhvVUowK2VsUFozZFhWRnUzYnQ4T3V2djVyVkhuMFlmK09OTndBQUtwVUtTNWN1bFhyaVZxeFlnWm8xYTZKV3JWcXd0clpHcTFhdE1HSENoQ0xQKyttbm42Smx5NWFZUG4wNjVISTV0RnF0Rk5nVUNvVVVBZ3Vpdjc0NXZlU2VucDd3OC9QRDd0MjdFUlFVWkREditiOFVHeHVMbVRObjR0R2pSNWcrZmJxMFhGQmVIVHAwUUh4OFBMNzk5bHZzMkxFRFAvNzRJMXEwYUlGRml4WVZlTjQ5ZS9aZzQ4YU5zTE96dzd4NTg0dytXL3JQWFU1T0RqUWFqZlN3UUYrTitkeTVjL2o5OTkrbHowbFJIang0Z0xWcjErTFhYMytGWEM3SHRHblQ4UExMTDJQdjNyMElDd3ZEVHovOWhKOSsrZ25PenM1NCsrMjM4ZWFiYnhiYWRsRVVFUmNYaDQwYk44TEZ4UVhIang4SEFJTWg2dnJQWFc1dUxsNTY2U1gwNjljUEFOQzVjMmNBd0I5Ly9JR1VsQlRjdVhNSExpNHVadDBIVlN3TXZrUkVSRVJsNU42OWUvanh4eCtsNy9VVmFBRVVPYlQyMHFWTGVQbmxsekZod2dURXhjV2hlZlBtK09pamoweFdLdGFIdmVUa1pMejMzbnZJenM3R20yKytpWDc5K2hrTWVaMDBhUkltVFpvRVFEY3NkdGV1WFVoTVRNUzhlZk1Bd0t5ZVJRRFlzV01ITEMwdHNYLy9mdXpZc1FOSlNVbHdjM1BEOU9uVEVSc2JpOGpJU096ZHUxZWFkenQwNkZCNGVIaWdWNjllYU5ldW5jbHp6cGd4QTlXclY1ZDZDUFhIbXFzNHdmZm8wYVBZdlhzMy9QMzlNV2pRb0dKZHh4eHIxNjZGUXFHUWV0bmxjamxPblRxRlpjdVd3ZEhSRVFzWExqUlltMWlqMFJnTWd4ODZkQ2prY2ptKy92cHJ1TGk0R0F4VHp5czdPeHRyMTY3RmdRTUg0T2JtaHJsejU1cXNyR3h2Ync4ckt5dWtwNmZqdmZmZWs0THh3NGNQQWVnZWxodzdkcXpJNEp1UWtJQURCdzdnNTU5L2hrcWxnb3VMQ3laUG5vd1dMVm9BQU41KysyMzA3TmtUWDMvOU5YYnQyb1Y3OSs0aE5EUVVHbzBHdlhyMU1qcmYvZnYzc1cvZlBuaDZlc0xEd3dPN2R1MlNRcnFscGFXMHpyU0ZoUVhVYWpVR0R4NHNGYkhhdG0wYnRtM2JCa0QzM3NmRnhRRUFaczJhaFEwYk5oVFo2MDhWRDk5eElpSWlvakxpN095TW5Kd2NIRGh3d09nMVU4V0I4anQzN3B6MGRVeE1ERWFQSG8xNTgrYWhVYU5HQnZ2cGgxQzd1TGhnL1BqeDhQTHlLdklYL3c4KytBQ0JnWUhZdEdrVGpoOC9Ea0VRaWx3eTZmYnQyNGlKaVVGa1pDUWlJeU9SbFpXRmF0V3FZY2lRSWVqYnR5K3NyS3pRdUhGamRPM2FGVGs1T2ZqOTk5K3hiOTgrWExod0FURXhNWWlKaVlHcnE2dEI2TlBUcnkrcnAxK1AxdHhsbC9RL0EzUG1FeXNVQ256MDBVZG8yN1p0a1VOeFM4TFoyUmsvL1BDRE5JUzRVYU5HMkxadEd3WU9ISWgrL2ZvWnZUZjZudGpzN0d4cE9QTGd3WVB4MGtzdm9VV0xGaWJmeThqSVNIenh4UmRJVGs3R3dJRURNWERnd0FMbjRWcFlXR0RTcEVuNDhzc3ZrWjZlTGkwZkpBZ0MzTnpjMEtsVEo1Tzk2Y25KeWJoeDR3YWlvNk54N3R3NXhNWEZRUkFFTkd2V0RGMjdka1g3OXUyTjJxWlVLakZ5NUVqNCsvdGo0Y0tGdUhQbkRuNzU1UmVqNEtzdndGYWpSZzNNbno4ZmRuWjJhTmFzR1JZdFdvUldyVm9aTEFNMmFOQWdiTisrSFk4ZVBjS2pSNDlNM3FOK1NQeTRjZU1ZZWw5UWZOZUppUDVENGljRkQ5OGlJZ0tBc1dQSG9sdTNicWhWcXhac2JHeitrNkFGQU1PR0RVUFBuajFORmdRcWlMT3pNNlpQbnc1bloyZjQrL3NYMkF0OS9mcDFUSnMyRFJrWkdYQnlja0xkdW5YUnYzOS90R2pSQXMyYU5UTlo1ZG5TMGhKdDI3WkYyN1p0Y2VQR0RXemN1QkVYTGx6QTdkdTNUUWJmL1BURG5BdGErelUvdFZvTnBWSnBWTURKRlAwdzdmOUtZR0FnQWdJQ01IcjBhRFJ0MmhTalI0OHVjQmtoclZhTGV2WHFTZXMyNTFWWVplZlEwRkQ0K2ZtaGI5KytadjJNT25Ub1lISm9kVUV1WDc2TWlSTW5vbXJWcW5CM2QwZXJWcTN3N3J2dm9rV0xGbWF0ajl5d1lVT3NYcjBhYytmT05Ua0gvZjc5KzhqSnlVRklTSWpVQS8zS0s2OWd6NTQ5UmorSGdJQUFCQVFFbU4xMmVqRUpZa25yNEJNVllOR2lSVkkxeEprelo4TER3Nk9NVzBSRVJQVGY2TlNwRTQ0Y09WTFd6U2h6b2lqaTl1M2JjSFoyTm5zZFdGT3VYNzh1UFFBb1NsSlNFaTVldkloT25UcVpWZHpyNk5HajhQUHpLN1ZsaVVwRGVucDZxYTRSL0N6bDV1WkNvOUU4OWZ4blVSU2hVcW5NSGtaZjF2aDN2bndRVFB5andCNWZJaUlpSW5vcStpR3hUOHVjbmw0OVIwZEhxWEJSVVFSQk1GcEM2WGxRWGtNdm9Cc2ViVTd2ZVZFRVFTZzNvWmZLTitOeEowUkVSRVJFUkVRVkNJTXZFUkVSRVJFUlZXZ012a1JFUkVSRVJGU2hNZmdTRVJFUkVSRlJoY2JnUzBSRVJFUkVSQlVhZ3k4UkVSRVJFUkZWYUF5K1JFUkVSRVJFVktFeCtCSVJFUkdWa0xXMU5WUXFWVmszZzRpZUFaVktCUnNibTdKdUJwVVFneThSRVJGUkNibTZ1aUkrUHI2c20wRkV6MEI4ZkR4Y1hGekt1aGxVUWd5K1JFUkVSQ1hrNit1TDhQRHdzbTRHRVQwRDRlSGg4UFgxTGV0bVVBa3grQklSRVJHVlVGQlFFQ0lqSXhFVkZWWFdUU0dpLzFCVVZCUWlJeU1SRkJSVTFrMmhFbUx3SlNJaUlpb2hwVktKS1ZPbVlNbVNKUXkvUkJWVVZGUVVsaXhaZ3FsVHAwS3BWSloxYzZpRUZHWGRBQ0lpSXFMeXJHWExscGcrZlRwQ1FrTGc0K09EZ0lBQXVMdTc4eGRrb25KTXBWSWhQajRlNGVIaGlJeU14SXdaTStEdDdWM1d6YUtud09CTFJFUkU5SlJhdG15SlRaczJJU3dzREt0V3JjS2RPM2VRbVpsWjFzMGlvaEt5c2JHQmk0c0xmSDE5c1duVEpqN0lxZ0FZZkltSWlJaEtnVktweE9EQmd6RjQ4T0N5YmdvUkVlWERPYjVFUkVSRVJFUlVvVEg0RWhFUkVSRVJVWVhHNEV0RVJFUkVSRVFWR29NdkVSRVJFUkVSVldnTXZrUkVSRVJFUkZTaE1mZ1NFUkVSRVJGUmhjYmdTMFJFUkVSRVJCVWFneThSRVJFUkVSRlZhQXkrUkVSRVJFUkVWS0V4K0JJUkVSRVJFVkdGeHVCTFJFUkVSRVJFRlJxREx4RVJFUkVSRVZWb0RMNUVSRVJFUkVSVW9USDRFaEVSRVJFUlVZWEc0RXRFUkVSRVJFUVZHb012RVJFUkVSRVJWV2dNdmtSRVJFUkVSRlNoTWZnU0VSRVJFUkZSaGNiZ1MwUkVSRVJFUkJVYWd5OFJFUkVSRVJGVmFBeStSRVJFUkVSRVZLRXgrQklSRVJFUkVWR0Z4dUJMUkVSRVJFUkVGUnFETHhFUkVSRVJFVlZvREw1RVJFUkVSRVJVb1RINEVoRVJFUkVSVVlYRzRFdEVSRVJFUkVRVkdvTXZFUkVSRVJFUlZXZ012a1JFUkVSRVJGU2hNZmdTRVJFUkVSRlJoY2JnUzBSRVJFUkVSQlVhZ3k4UkVSRVJFUkZWYUF5K1JFUkVSRVJFVktFeCtCSVJFUkVSRVZHRnh1QkxSRVJFUkVSRUZScURMeEVSRVJFUkVWVm9ETDVFUkVSRVJFUlVvVEg0RWhFUkVSRVJVWVdtS09zR0VCRVJFZEhUVTZsVUNBc0xRMFJFQkJJVEU1R1ZsVlhXVFNLaWNzTGEyaHF1cnE3dzlmVkZVRkFRbEVwbFdUZXAxREg0RWhFUkVaVnpGeTVjd1BMbHkrSGo0NE9KRXlmQzNkMjlRdjdpU2tUL0RaVktoZmo0ZUlTSGgyUDQ4T0dZTW1VS1dyWnNXZGJOS2xVTXZrUkVSRVRsMklVTEYvREpKNThnT0RnWVhsNWVaZDBjSWlxSGxFb2xQRHc4NE9IaGdhaW9LQ3hac2dRelpzeUF0N2QzV1RldDFIQ09MeEVSRVZFNXBWS3BzSHo1Y3N5Y09aT2hsNGhLaFplWEY0S0RnN0ZzMlRLb1ZLcXliazZwWWZBbElpSWlLcWZDd3NMZzQrT0RGaTFhbEhWVGlLZ0M4Zkx5Z28rUEQ4TEN3c3E2S2FXR3daZUlpSWlvbklxSWlFQkFRRUJaTjRPSUtxQ0FnQUJFUkVTVWRUTktEWU12RVJFUlVUbVZtSmdJZDNmM3NtNEdFVlZBN3U3dXVIUG5UbGszbzlRdytCSVJFUkdWVTFsWldhemVURVQvQ2FWU2ljek16TEp1UnFsaDhDVWlJaUlpSXFJS2pjR1hpSWlJaU1wY1FrSUNSRkY4NnZOa1ptYmk4dVhMWnUrZm5KeU1oSVFFcy9lL2NPRkNTWm9sdVhyMWFvV3FsSnRmVGs0T3NyT3puOG0xenA4L0Q3VmEvVXl1OVRRZVBueFlyQ0hEaVltSkZhcW45WG5CZFh5SmlJaUlDREV4TVVoTlRZV2ZueDhFUVREcm1JTUhENkpldlhwbzBxU0pXZnZmdUhFRDI3WnR3NEFCQStEaDRXSHcydXpaczJGdGJZMTMzbmtIdDI3ZGdwdWJXN0hhb3FmVmFqRng0a1MwYU5FQzllclZLM0wva3lkUFFxUFJZTm15WmFoVHAwNlIrOCtjT1JOTm16WkZnd1lOaXRVdXZXUEhqcUZxMWFwWXVIQWhhdFNvVWFKelBNK1NrcEl3ZHV4WWRPM2FGYjE2OVlLenMzT3hqazlOVFVWMmRqWmNYRnlrYlltSmlYQndjSUNWbFpXMExTc3JDeUVoSVZBb0ZCZzJiQmphdDI5ZmF2ZFEydExUMHpGeTVFajQrZm5CM3Q2K3lQMlBIajBLVjFkWExGNjhHSlVyVjM0R0xYd3hsTXZncXoxVXZheWJRSVVJZmhuQXkvOStjK3RuYUcrVlpXdW9JTEl1eVdYZEJDSWllbzZrcDZmajQ0OC9ock96TTJ4dGJjMDY1dWJObTVESlpCZzhlREFHREJoUTVQNi8vUElMZnZ2dE4vejIyMi9vM3IwN3hvNGRDNFZDZ2VUa1pDUW1KZ0lBdnZubUd6ZzZPdUtycjc1Q25UcDFNRzNhTkRSczJORHMrN0MwdEFRQVJFZEhJem82MnV6anRtL2Zqamx6NWhTNW43VzFOV0ppWWhBVEUyT3dYUkFFMUsxYkY2NnVyc2pPemtabVppYXlzcktNL3FqVmFxU2xwZUYvLy9zZit2WHJaM2I3U2x0S1NncFdyVnFGcUtnby9QVFRUNURKWk1qTXpNVG5uMytPaUlnSWZQcnBwNFUrQ05pN2R5OXljbkxnNitzTFYxZFhhYnNvaW5qOCtESEN3c0x3di8vOUR5RWhJY1VLK09ucDZSZzFhaFRlZU9NTlZLcFVDWUR1NFlSU3FjVE1tVE9sQnc3VzF0YVlQMzgrSmt5WWdDVkxsdURldlh0bWZRYnp0dk96eno3RHdJRUQ0ZWpvYU5ZeFAvNzRJK3JVcVlOV3JWcVpmUjBBc0xXMWhWcXR4ckZqeDh3KzV0cTFhemh3NEVDaDl4UVhGNGNSSTBZQUFOemMzTEJseXhab05CcURTdTlIamh3cFZsc3JzbklaZkltSWlJaW9kT2w3MHg0K2ZHalVTM2ZwMGlVSWdvRG16WnNiYkJkRkVWcXQxcWozMXBUczdHenBsL0JSbzBhaGI5KyswbXZuenAwRG9Bc3pJU0VocUZ5NU1pWlBub3lZbUJnc1diSUVXN1pza2E1WFZBK3dRdkhrMTlzZE8zWVVHV282ZGVvRUN3c0xzMEp2M3ZOdjNMaFJDb2F4c2JGNC8vMzNjZXZXTGZqNit1TGRkOStGWEM1SGVubzZ6cDQ5aTQ0ZE94cGRyeXhETHdDc1dyVUtaODZjUWJkdTNhU2Y2ZmJ0MjNINDhHRzg5dHBycUZxMWFxSEh5MlF5ZlBubGwxaS9majA4UER6UXYzOS92UGJhYXdiRDFWZXNXR0YycU5TenNiR0JXcTNHMGFOSERiYW5wS1FnTGk3T29LZTlTWk1tNk55NU04TER3eEVmSDIrdy8vNzkrK0hwNlluYXRXdWJ2STRnQ0FnUEQ4ZWhRNGZnNXVabVZ0dGlZMk9oVUNnUUhCd01Qejgvcys5SkxwY0RBT3p0N1l2c21YNzgrREdPSERtQ2V2WHFGU3ZJVTlFWWZJbUlpSWhJK3VYY3hjVUZLMWFzTUhpdFU2ZE9VQ2dVQlc3Mzh2SXE4dnlIRGgxQ1dsb2FXclVyWS9SS0FBQWdBRWxFUVZScWhjREFRQncrZkJnMWF0U0FwNmNuamg4L0RnQjQ4ODAzcGFHZ2d3Y1B4cFFwVStEcDZRbFJGTEZ1M1RxSW9valJvMGNYZWgxQkVDQUlRckhtQ3hkblg1bk11RVRPVjE5OUJRQ3dzTEJBUkVTRXRQWnBXbG9hVWxKU2tKS1Nndjc5KzV0OWpXY2hLaW9LenM3T21EUnBrc0UyQUpnMWF4WXNMQ3dLUGY3Tk45OUU0OGFOTVdmT0hQejU1NStZTjIrZVVlKzh1U01IOHRKZnQxNjllbGkvZmowQTNlY01BRTZkT29WVHAwNFo3QjhiR3d0QU4vcGc3dHk1QUhURHBhOWV2WXFxVmF0aStmTGxCWVpmUzB0THFGUXFXRmhZR0F5ak5pVXJLMHY2MnRyYXVsajNwUCs3bFphV2h0MjdkeGZyMk1MVXFsVUxXN1pzd2RDaFF3MnV0V1hMRnN5Y09STjM3OTR0dFd0VkJBeStSRVJFUkNUOWN2NWZ5TW5Kd2M2ZE8yRm5aNGZKa3ljRDBBMXB2bmZ2SHZyMTY0ZUxGeThDQUNJaUlveUtSMFZIUitQLy91Ly9wS0hRZGVyVVFiZHUzUXE5bmt3bWcwYWpRWEJ3c0ZuM3BWYXJJWW9pcGsyYkJoOGZIN3oxMWx0bTMxdDBkTFFVZE8zdDdXRm5ad2RBMTNPZWtwSUNBSWlNakVTM2J0MmtvYnZQQS8zUTYwNmRPaUU4UEJ4eXVWd0tkOTI2ZFRQbzBTNUl3NFlOc1hMbFNreWNPQkVQSGp4QWNuSXk2dGV2TDcxdVkyTlQ3SFlWOW41ZHVYSUZPVGs1c0xXMWxSNXdBSUN6c3pOaVkyTVJHeHNMUjBkSHlHUXlhZFRDOHVYTE1XL2VQRlNyVnMzb2ZQcmUreWxUcGhSNHI0Y1BIMGFuVHAwUUh4K1BFU05Hd043ZUhxMWJ0eTdXUGVrTGNCV254emMzTjdmSTh5b1VDcWxIUGU5REJqYzNOMmcwbWhJOWVLaklHSHlKaUlpSVNBb1JpWW1KZVAvOTk0MWVWNnZWSnJlYlkrdldyVWhLU3NLTUdUUGc2T2lJOFBCd0tjaCs5OTEzMHZXclY5ZlZjUkZGRVRFeE1SQUVRUW9zK3RkT25qd0pIeCtmUW9mUTZ1OUZxVlFXMlhPcGw1T1RneXRYcmhnVVZTcEtkblkyUHYzMFUxaFpXY0haMlJuWjJkbVlQMzgrRkFvRkprNmNDQUR3OC9QRDdObXppMTJrNjNrMWE5WXMyTmpZb0dQSGptamR1alZjWFYweGMrWk1MRnEwQ08zYnQ4ZWpSNDhBNkliT2wrU2U5VDNxS1NrcFdMTm1qYlRkd3NJQ08zYnNrTjdQRHovOEVGMjdkcFY2ZzBORFE3Ri8vMzVZV1ZuaDQ0OC9SczJhTll1OGxqNWtDNEtBckt3c281N2NQLzc0QTh1V0xjUEJnd2VsaHlHbWV2eUxvZyt4eGVueHpkdkRYSmdUSjA0QUFCbzFhaVJ0dTN6NU1wS1NrdUR0N1YzTWxsWnNETDVFUkVSRUJLMVdDMEFYQXZTOWx2a1Z0TDBnS3BVSzMzMzNIY0xDd3FUaHBydDI3WkxDcnIrL1B5NWN1SUMwdERTRG9kVDZBajFXVmxiU3RyTm56NkpWcTFZR2MzaUxNbWZPbkNMbm1QNzQ0NDk0OWRWWGtaV1ZoWnljSE55NGNRTmFyZGFzZ1BQNTU1L2o3dDI3bUR0M0xxcFZxNFlKRXlaZzFxeFpzTGEyeHQ5Ly93MHZMeS9NbURIanVReTkrbm5Ud0pNQXVIanhZaW1rRmZRQW9GKy9mbGkwYUJGT25EZ0JaMmRudlBmZWUramN1VFBDd3NJQTZKYUhBblFQSFo2R3FaRDQ5OTkvWS9QbXplalJvd2M2ZHV5STBOQlExSzFiRncwYU5NRFpzMmNCQUgzNzlzVTMzM3lEN3QyN28xbXpab1ZlUS8rKzNMeDVFK1BIajhld1ljUFFzMmRQNmZVOWUvWUFBTzdmdjQvejU4K1grRjVVS2hYczdPelFzMmRQN05peEF3RFFwVXNYVEo0OEdZSWdJQ2NuQjkyN2R3ZWdlMkRRcWxVcmVIbDVZZCsrZmVqUm8wZUI1NDJMaThQeTVjdGhiMitQb0tBZ0FMcS9PeE1uVG9TbHBTWGVlKys5RXJlNUltTHdKU0lpSWlJcCtCWjNqbTlSNS96MTExOEJBTGR1M2NMU3BVdWwrYmR1Ym01d2NYRkJXbG9hQU4wdjdIbDcrQUJkTC9PYU5XdVFrSkNBYytmT21kMTdhbWRuaDRjUEgyTCsvUGx3Y25JcTh0NHZYNzRzOVVCZnYzNGRHemR1TExKMys5Q2hRL2oxMTE4eGI5NDh0R25UQmdBUUZCU0VuVHQzQXRBVlhscXdZSUhaUGM3UG1xbUNUdVpVWC9iMjlzWm5uMzJHYWRPbTRkNjllMWkyYkJrcVY2NHMvUXowYXhRWDl5RkpmcWJtK0RvNk9pSXFLZ3BSVVZGbzM3NDk2dGF0aTRVTEYyTFNwRWxJU2txQ3M3TXp1blhyaHREUVVCdzVjZ1FkT25UQWpCa3ppcnhXdzRZTk1YNzhlSVNFaE9DUFAvN0E1TW1Ua1pLU2dsT25Ua0VRQkh6MDBVZXd0N2ZIM3IxN3pXNS9Sa1lHNXMrZmo3UzBOR1JsWmFGeTVjbzRjK2FNOVByMTY5Y3hhdFFvbytPY25KeHc5KzVkckYrL0hscXRGdFdxVmNOcnI3MW04aHBWcTFiRmh4OStDRjlmWDJsdXZFd213N2h4NDlDNmRlc0t1VnpXMDJEd0pTSWlJaXBEdTNidHdycDE2L0RiYjcvaDhlUEh4VHEyWThlT3VISGpSb25YbE0xTEgzeFRVMU9OQWloZ09wanF0eGZFenM0T2MrZk94WWNmZm9qQXdFQTRPRGdnTkRRVU5qWTJHRDkrUE9iT25Zc09IVHJnL1BuemVQandvVkVQbjFxdE50aDI4dVJKckY2OUd1UEhqeS8wWHQ1Ly8zMXMzTGdSMTY1ZHc3VnIxd3JkVjA4UUJGU3RXaFh0MnJYRDRNR0RpOXpmejg4UDNicDFnNXViRzdSYUxmYnYzNCtmZnZwSmV2M3Z2Ly9HcGsyYkVCQVFVS3psbU1vRFYxZFhoSVNFWU15WU1YajgrREV5TXpPbDEvUkRuUXVhejV5Wm1RbEJFQW9zRUZWWW9USDluRldGUW9FcFU2Ymc2dFdyK1BEREQ2V2lWb0dCZ1ZKUHZVS2hLUEp6b3Yvc0toUUtkT2pRQVRLWkRFdVhMc1h0MjdkaGIyOFByVmFMSGoxNm9FbVRKa2hLU2pJNHBpaTJ0cllZT0hBZ1FrTkQ0ZURnWVBDd3BxQlJGZnJQSUFDcHQvclRUejlGNDhhTnBhSCtlZG5iMjZOcjE2NUc1OGpiYTAxUE1QZ1NFUkVSbFlIazVHU01HVE1HMzMvL1BabzJiWXJldlh1amJ0MjZ4WnBEZVByMGFaTkZlMG9pSnljSGdDNjRtSnFIcU5WcUM5eWVtNXRiWU05bS9mcjFzWDM3ZHFTbXBtTFNwRW1ReVdTWU5Xc1didDY4aWZyMTYyUEtsQ2tZTUdBQUxDd3NjUERnUVFCUGhqcGJXMXRqMzc1OXhiNlhqaDA3R2l3aGxGOVdWcFkwaE5UQndRRXpaODVFOCtiTmNmRGdRVmhZV0poVnRkZkd4Z1l1TGk0NGN1UUlkdTdjaVZ1M2JnRUFsaTFiaGdjUEhtRGR1blhZdTNjdjl1N2RpMnJWcXNIRHd3TzFhdFVxOXIwOHIxeGRYVEYxNmxSOCsrMjM4UFgxbGJZL2VQQUFBRXd1aDVTYW1vcFpzMlpCcVZSaTBhSkZKbi9PK2djd3B1Z3JMd3VDQUFzTEN6UnYzaHl0VzdmRzc3Ly9EanM3TzRNUUtBaENrY090OWNPNjljUG4vZjM5QVFCTGxpeUJLSXFvVnEwYWhnMGJabkJ0L2QrVHdzVEV4RWhyOXVhdmVLNWZHaXgvcFdsVDJ4ODllb1NZbUJpc1hic1d3Y0hCeFJybVQ4YjQweU1pSWlKNnhuSnpjOUdsU3hmY3VuVUwzMy8vdlRRL3I3ZzZkZXBVNnNIWHk4c0xzMmZQbG9aMnJsMjdGcjYrdm5qcnJiZlF1SEZqZzJPNmQrOWU0RERNdlA3NTV4L01uVHNYang4L1J2LysvWkdabVltMHREUW9sVXI4OE1NUFJSNnZWcXNSRmhhR1BuMzZtQXhMUC8vOE0yN2V2R25tblQ0aENBSmF0MjZOLy8zdmY5aThlVE91WExrQ1FSQ1FucDV1c002d0tUdDI3TURGaXhlUmxwWUdUMDlQdlBycXE5aXpadzltekppQkJnMGFvRnUzYmxBcWxkaTdkeS91M3IyTDA2ZFBGM3ROMitmSnNtWExjT1BHRFpPdjVlMVpUVTFOQmFDcmRwMS91SGhLU29vMHRIM1dyRmttdzYrK1IvWDI3ZHRHeDVzYTRxN3ZXVmFyMVhqdzRJSFpsYVJGVVpSNnF2TzJ3Y2ZIQjlXcVZaTXFjaWNuSjhQVzFsWTZyMzRvZDJHYU5tMktMNy84RWpFeE1RWVBoUFQzcGg4aG9HZGhZUUZCRUtEVmFuSG8wQ0dEY3lrVUN2ejIyMjlZc21RSncrOVQ0aytPaUlpSTZCbGJ0R2dSTGwyNmhNaklTTFBXd0gwV3pwMDdoMW16WnNIRHd3TURCZ3pBNjYrL2p1N2R1Nk5EaHc0NGRPZ1FUcDA2aFpFalI2SmZ2MzdTTWV2WHI4ZmR1M2NMN08zVmFyVll2SGd4VHA0OEtRMWgxUmUyY25Oend5dXZ2SUtYWG5vSlAvendRNkZ6Zks5Y3VZSnIxNjdoeXBVcm1EOS92bEd2dUxlM056WnYzaXlGS25PSm9vaWZmLzdaYU51NmRldnc2TkVqREJreXBNQmprNUtTRUJRVUJEOC9QMmt1WmUvZXZiRjY5V3BFUkVUZzJyVnJXTHg0TWJadDI0Ym82R2pFeE1SZ3dJQUJSa05UQ3hJVkZZV0hEeCtpVmF0V3o4VXlTSU1IRDhiNDhlT2hWQ3BSdVhMbEFwY2QwdmQ4T3pnNEdBM256Zi85OTk5L2IxU0FLVzh2YkZIemhCTVRFM0g4K0hHcEt2T25uMzZLWmN1V21YVS9qeDQ5Z2lpS2tNdmxVcyt3S0lwWXRtd1pVbEpTVUs5ZVBjVEd4bUxxMUtsWXVYSWxhdFdxQlNzcksyUm5aeU10TFUyYVUydUtYQzdINHNXTElZcWlGSml2WGJ1R2p6NzZDS21wcVhqLy9mZng1cHR2b2tlUEhoQUVBUjA2ZEVDZE9uV3didDA2QkFZR1l0Q2dRVVd1SzB6RngrQkxSRVJFOUF3bEp5ZGowYUpGbURwMTZuTVRlaE1URXhFZUhvN1hYbnNOVmxaV3lNM054ZkhqeDlHd1lVTjgrT0dIU0UxTlJXUmtKSTRkT3lZRjN3c1hMdURvMGFNNGV2UW9HalJvZ09IRGg2Tmx5NVlHNTVYSlpHamR1clcwNUlwK09Hcm56cDBOMWswVlJkSGtVT3I4YzN6UG5EbURMNzc0QXVQR2pUUFlyMGFOR3ZqODg4OGhrOGxRclZvMXFSRFgwYU5ITVhyMGFKT1ZjVHQxNm1Rd3ZMcTRKa3lZSU4yRHZySnU5ZXJWMGJseloxU3BVZ1VIRHg2RVRDYURJQWp3OHZJcTFudTllZk5tcVVpV2s1TVR0bXpaVXVaQnlNbkpTV3BUUVdKalk2VmUydTdkdTZONzkrNnd0TFFzMW5YMDg5eWJObTJLSlV1V0FDaTRpTnFHRFJ1ZzBXZ3dlZkprckZtekJsRlJVV1pYWDc1Nzl5NEEzWkJ0ZlUveTJyVnJFUkVSQVQ4L1B3UUhCMlBLbENtNGZQa3laczJhaFRWcjFzREp5UWtKQ1FtSWk0dERpeFl0QU1Ea01rakFrMTVrVVJTeGE5Y3ViTnEweVdBOVgzM1ByVnd1eDZCQmc2VENjZDk5OXgyT0hEbUNuajE3d3QvZkg2NnVybWJkRHhXTndaZUlpSWpvR2ZyNTU1K2hWcXVsNVV1ZUI5OTg4dzFFVVlTVmxaWFVlMnRuWnllRjNFbVRKbUhJa0NIbzBLR0RkTXp1M2J2eHp6Ly9ZT3pZc1ZpOWVqV21UNStPd01CQWZQREJCd2JuN3R5NU15SWpJMkZuWjRmaHc0ZkQxdFlXT1RrNWlJcUt3b1VMRjVDVWxBUlJGSjk2am0vK0NyWkRoZ3pCc1dQSDhObG5uOEhLeWdxZE8zY3U4Yy9Ibkd1ZlBYc1cxNjVkTXlqT3RIZnZYalJ1M0xqWUZZNnZYcjBxZlgzLy9uM2N2bjBiOWV2WEw3WDIvaGMwR2cxQ1EwTUI2TUxrMnJWcjhkVlhYNkZkdTNibzBxVUxtalp0YXRaNTlFT2xpeG9XZnZMa1NadytmUm85ZS9aRVFFQUF6cDA3aHhNblR1RENoUXRtWFNjMk5oWUE4TkpMTHdIUUxlKzBlL2R1K1ByNlNrT0twMDJiaGhFalJpQXhNUkVIRGh4QTQ4YU5rWkNRZ0tpb0tMUm8wUUpKU1VsNDk5MTM4YzAzMzVnc1BuWCsvSGxzM3J3WjE2OWZoN2UzTjk1NTV4MHNYNzRjSVNFaDBuMktvb2paczJmajVzMmJrTXZsMEdnMFNFMU54ZGF0VzdGMTYxWTRPanJDemMwTkRnNE9tRFp0bWxuM1JxWVZmd1ZtSWlJaUlpb3gvVnpVNXMyYmwzRkxkSDc5OVZjY1Bud1lBRkN0V2pXVFExZ2RIUjJ4ZnYxNkJBWUdTdHZTMHRMdzRNRURxV2NLMEZXby91ZWZmNHlPbnpScEV0cTNiNDg5ZS9aZzZ0U3A2Tk9uRDZaT25ZcUxGeStpUllzV2hWYnkxY3ZLeXNKMzMzMVhhUEdqdktwVnE0YlhYMzhkQUhEcTFDbXpqaW1wZDk5OUY2dFhyOGJPblRzeGV2Um9xU2M0SWlKQ0d0cGRISU1HRFlLRGd3TUFYVkdsbWpWcmxtWnpTNTFhcmNhU0pVdHc1Y29WS2ZTdVg3OWVLaGcyWWNJRURCOCtITHQzNzBaR1JrYWg1N3B6NXc0QW9GR2pSZ1h1azV1YmkxV3JWdUcxMTE3RDZOR2pBUUNlbnA0QVlIWVBhWFIwTkFEQTE5Y1hvYUdoK1BiYmI5R3JWeS9NblR0WDZvMTFkWFZGbno1OUFPaUNmZHUyYlFIb2xyTEt6czdHeFlzWElZb2lxbFNwWW5EdWt5ZFBZdXpZc1FnT0RvYTl2VDFDUWtJUUVoS0NGaTFhWVBMa3lRQWdMWTJrMFdodzgrWk5ORzNhVkZxRzZZY2Zmc0JiYjcwRlcxdGJKQ1VsNGM4Ly81UStEMVJ5N1BFbElpSWllb2Iwd2ExeTVjcGwzQkpkOWRsUFB2a0VBT0RzN0l4YXRXcEpjeXp6Qjh5ODRVdWowU0F4TVJHUEh6L0d4WXNYTVd6WU1KdzhlUktWS2xVeTZ2bGFzMllOOXUzYkp3M3p0TEN3Z0wrL1AzcjM3aTB0ODdOMjdkcEM1L2dDd01XTEZ4RVhGNGZFeEVSTW1qVEpyUHRyMTY0ZGpoMDdCaDhmSDZtNmNwVXFWWW85L0RZdmZVamZ1WE5uZ2UraHQ3YzNNak16Y2UvZVBlemN1UlBaMmRrR3J4Y1YzajA5UGVIbjU0ZmR1M2NqS0NqSXJDclRaU1UrUGg0aElTSDQ2NisvVUtOR0RYenl5U2RRS3BYU0dydlIwZEg0L1BQUEVSY1hoelZyMW1EcjFxMzQ0SU1QRUJBUVlQSjgrdVduOUVPSkMrTHY3NC9SbzBkTEQycmF0bTJMNU9Sa2RPdldEYXRXclNyMDJNZVBIK1AwNmRPd3M3UEQ5OTkvajVzM2IyTDI3TmxvMTY2ZDBiNkJnWUU0ZlBndzJyZHZqK3JWcThQZDNSM3g4Zkg0NG9zdmtKT1RBeHNiRzZPQ1UrbnA2WGo5OWRjeFo4NGNWS3BVQ2JkdTNjTHUzYnVsTllnQjNWRHUrL2Z2UXlhVG9WR2pScmh5NVFyR2poMkwyclZybzArZlBoZytmRGplZSs4OS9QYmJiNmhTcGNwek15MmlQR1B3SlNJaUlucEJPVGs1SVRBd0VMbTV1ZWpkdXpka01oa1VDZ1VFUWNEang0OHhiTmd3azFWa0h6OStMQldTV3IxNk5UWnMySUFKRXlhZ2J0MjZSbk5SMzNyckxSdzdkZ3hwYVdubzNMa3poZ3daWWhTT05ScU5XWE44QWVEZ3dZTndkbmJHd0lFRGk3eS9ObTNhWU1PR0RaREw1UWdPRHNhOWUvY01YaTlKUld4OWdQL2xsMS9NUGliL1BlanZ0NkNscTQ0ZVBZcmR1M2ZEMzk4Zmd3WU5LbllibjRXRWhBVDg4TU1QQ0E4UGh5aUs2TkNoQThhT0hXczByTHRGaXhaWXUzWXR2dm5tRyt6WXNRTXFsUW9yVjY1RTdkcTFqWVkvNStibTRyZmZmb09YbHhjT0hUcUV0TFEwNmZNa2s4bWtTc2lDSU9DUFAvNlFlbnZ6T252MkxJREMxOXZkdm4wN3NyT3pNV0xFQ0Z5L2ZoMnpaODh1OExOUXJWbzE3Tnk1VTNxdnBrNmRpZzgvL0JBLy8vd3pCRUV3V1VVNjd6U0dMNzc0QW52MjdBR2dLOWlsVnFzeGRPaFFlSGg0NFBqeDQ1REw1Vmk5ZWpWaVltS3dZY01HWEwxNkZhR2hvYkN3c0VDWExsM3d4aHR2RkhnZlZEd012a1JFUkVRdktHZG5aNHdjT2RKZ20xd3VSNTgrZmJCbnp4NnBRcThwMXRiV2FOMjZOVDc0NEFNb0ZJb0NxeFZYcjE0ZHMyYk53dTNidDAwV21RSjBJZVZwQ2swVlJCQUVhZGp4MTE5L2phdFhyMkxUcGsySWpvNkdsWldWVVpFc2MraDd4RGR1M0doUW9NdGNuVHAxZ3BXVkZYSnljZ3JzeVZVb0ZQam9vNC9RdG0xYmswdjRsSlcwdERTY09YTUdSNDhlUlhSME5Dd3NMTkMrZlh2MDdkc1hEUm8wS1BBNGhVS0J3WU1IdzlQVEUvUG56MGRHUmdaKy8vMTNvK0I3OHVSSnFGUXFqQm8xQ3NlUEg1ZStCNERhdFd1alNaTW1xRnk1TXJSYWJaSHpwclZhTFhKeWNveDY5Nk9qbzdGNzkyNE1IRGdRUFh2Mk5PdSs4ejZnYU55NE1lYlBuNCtGQ3hkQ3BWSkJwVkloUFQyOXdNcmJJMGVPeEI5Ly9JR3FWYXRpN05peFdMRmlCYjc4OGt0cDVJQit2ZVBtelp2anM4OCt3N2ZmZm91dFc3Y1dhejF2TW84Z21qT3A0am1qUFdROGVaeUlpa2ZXSmJtc20wQkU5RUthTjI4ZTVzK2ZiOWE4MXFKMDZ0UUpSNDRjS1lWV0dkTnF0WVcyc2FEbGJJcExGRVVFQlFXaGI5KytHREJnUUttY3N6QnF0UnJidDI5SHQyN2Q0T3pzWE96alo4MmFoWGJ0MnNIZjM3L0FaWndLczNidFd2VHYzNy9VMWw5K1ZsYXVYSW53OEhCVXJsd1ozdDdlYU5PbURWNTk5VlZwS1NCei9mWFhYNWc1Y3lhQ2dvTFF2MzkvZzljbVRKaUFObTNhU0orRDFOUlVqQnMzRGtxbEVyTm56NGE3dXp0aVkyT1JrNU9ESmsyYUZIaU5YcjE2SVNBZ0FDTkdqREFZc1hEMzdsMk1IVHNXcjcvK09pWk1tRkNzZHVlWG1KaUlEUnMySUNJaVF2cE1GQ1QvOGtkeGNYR1lObTBhQkVIQXJGbXpwUG5KZWtsSlNhaGV2ZnB6OGREanYvdzM1cjhrbVBqaE1mZ1N2YUFZZkltSXlrWjVDYjVFZVYyL2ZoM1cxdGFvVmF2V1V3Y3lsVW9GQ3dzTG93Y0hDUWtKUnVlL2YvOCtIQjBkaTNWTmxVcGxNcEJuWkdUZ3pKa3pCdFhKbjVaK25xNnBxczZGK2Z2dnY2VzFnWjluNWZYZkdGUEJsME9kaVlpSWlJaW9VUHBDWktXaG9GNWlOemMzbzIxT1RrNmxkbjViVzl0U0RiMUF5ZG9INExsZm5xb2k0dUJ4SWlJaUlpSWlxdEFZZkltSWlJaUlpS2hDWS9BbElpSWlJaUtpQ28zQmw0aUlpSWlJaUNvMEJsOGlJaUlpSWlLcTBCaDhpWWlJaUlpSXFFSmo4Q1VpSWlJcXA2eXRyYUZTcWNxNkdVUlVBYWxVS3RqWTJKUjFNMG9OZ3k4UkVSRlJPZVhxNm9yNCtQaXliZ1lSVlVEeDhmRndjWEVwNjJhVUdnWmZJaUlpb25MSzE5Y1g0ZUhoWmQwTUlxcUF3c1BENGV2clc5Yk5LRFVNdmtSRVJFVGxWRkJRRUNJakl4RVZGVlhXVFNHaUNpUXFLZ3FSa1pFSUNnb3E2NmFVR2daZmVvRUlaZDBBSWlLaVVxVlVLakZseWhRc1diS0U0WmVJU2tWVVZCU1dMRm1DcVZPblFxbFVsblZ6U28yaXJCdEFUMEd3QUpUdVFNYU5zbTVKeWNpc0lEUmJDZHo1RVdMS1NVQlUvNmVYRTV5N0FUVUhBUW1iSUNZZkEwVHRmM285SWlLaVo2Rmx5NWFZUG4wNlFrSkM0T1BqZzRDQUFMaTd1MWVvWDFpSjZMK2xVcWtRSHgrUDhQQndSRVpHWXNhTUdmRDI5aTdyWnBVcUJ0L3lUSkJCMXZZTThPQU14TnZiSWQ3N0NkQmtsWFdyektmTmh1RFNGM0R0RHlFbkJlTGRQUkR2N0FJZS9nNUEvQSt1bHd2QnNTUGcyQkZDWmp6RVcxc2cvck1EeUgxUSt0Y2lJaUo2aGxxMmJJbE5telloTEN3TXExYXR3cDA3ZDVDWm1Wbld6U0tpY3NMR3hnWXVMaTd3OWZYRnBrMmJLdVNETTBFVXhmOGdZZnkzdEllcWwzVVRuaHV5enZjQjRkOFI2K3BIRUJOL2dQalBkdUJSalBIT2NtdEFwZ1J5VTB0K1Fkc0dRT1l0UUp0VDhuUGtJV3QvSGJDb2FyZ3hNd0ZpN0VxSXQ3ZVh5algwQkljM0lMejhnK0ZHYlRiRVM2TWczdHRYcXRjcUQyUmRrc3U2Q1VSRUw2UjU4K1poL3Z6NUtJZS9naEVSbFF1Q0lCak5jZVFjMy9KT202ZUhWMUVaUXUyaEVCck5CeFNWalBkVlZJR3NYVFNFSm9zQkc3ZmlYOHZlRzdJMmh5RnJjeFNvMUxUa2JjNUwvY2hvazVoeERhalNHa0tOUG9EY3RuU3VBMERVR3ZlR2kvSHJJTjdiWDJyWElDSWlJaUtpNXcrSE9wZDNta3hBL21Rb2duZ3pGT0wxUmFibnIycHpBTGtOQlBlUkVHb1BoWmgwQkZDbm1YMHB3YWtyb0tnTVZHb0tXWnVqRVA5YUNERitIWjVxV0hMdUl5RFB1dGppUDk4Q09Ta1E2bzRGYWc2QW9NbUNtQlFPM040T01lVkV5YThER1BkU1A0cUMrTmZDcHpzbkVSRVJFUkU5OXhoOHk3dDh2WmhpM0pxQ2l6WnBzNTk4TFNoMFFiYWtaSllRbWl3RUhEdEJqQmtOWk44dDBXbEU5U1BEV3N0WkNSRHY3b1ZRbzVldVYxcHVEYUZHYjZCR2J3anBmMEI3ZFJhUWV0cjB5UVE1SUdvS3ZsamUrd2NLMzVlb2xBalRPYUtBcUx3UVAzbXpySnRBUkVUL0VRNTFMdStLRTk1TXpjdk5UVFh6ejBQalkxVnh3TjA5VHpkbk9QOVFaNWtOOFBncXRHYzZHODlUcnZRU1pENTdJRGgxTTNrcW9kNUVDRjVmUXFqVzF2UzFXTVdaaUlpSWlPaUZ4QjdmOHE2bzRDdFhBaHJWdi92bVFqY3MrVWtmcS9aWUk5MFhsVjZDVUswdHhEdGhRRTZLOFhtVWRTRjdQZkxKWlpPUFFyend6dFAzbXVZUHZ2Si94ejNuSkVFYjJRdXlWdDhEVlY3T3M0TUFPTDhKM0Q5b2ZDNU5GZ1RuSG9CekR3Z1pmMEc4dFJsaTRuZUErdkcvaldZUEx4RVJFUkhSaTRnOXZ1VmRRV0ZPVVFsQ2kwMlErWjRFYkJzOTJWNUFOV2JCMGdGQ2s0OGhlK01QQ043YmRiMnFna1hCMTgxOVdEcEJzcURnKys5cjJ2UDlnY2QvR3U2VEdXLzZYSnFNSjEvYk5vTGc4UWxrN2FKMWxhaDFPengxYzRtSWlJaUlxUHhoaisvelRGRUpRcDNSZ015cTRIM3lMUVVrMUpzTWFMTWdPUGNFbEhVQUFMSTJoeUJHRDRlWS9FdUJZVlVVMWJwK1lNRkNOL2ZYcWF0dWJkMWJHeUQrdmFKVWJzZWszUHhEbmZPdEdhWk9nL2JpZTVDOWVoUlEyQU01U1lBbUU0S0RQOFNVWHczM3pUK0hWNU1GOGRKb0lPT0c3bnNPZFNZaUlpSWllaUV4K0Q3UDFPa1FVMDlCNXJVTnNLaGkxaUdDKzBqampZcEtFRnJ1QUs3TkxUajhtUXJFMlhjZ0pvWVZvOEVsVUZpUHI1N3FKclRuKzBPbytRNmdUb2ZRYUE0QUFVajRFdUsxdVUrR2NtdnlGZnE2dHdkaTBxRThHeGg4aVlpSWlJaGVSQnpxL0x4TGpZRDJiRmNnODliVG5VZVFRMmp5TWFDd00vMjZtRzlKSWpFWDJyUGRDcm11MFpyUUpWTlk4TFdvQ3RnMWdlRGdCMEZaRjhoTmhlQStTcnEyNERZRU10OFRRSlhXLzdaWlhjVEZubUxaSlNJaUlpSWlLcmZZNDFzZVpGeUg5a3dYQ0RVSEFvK3ZRc3o0U3pmSFZwMm1tOE5yMTBUYVZmdHJZOVBGcWY0bGEzL2RhSGcwQUVESTl3eEVvM3JTazJwU0NZT3Z6Qkt3ckE1WU9rQ3dxQTVVYW1wNDFpcXRJYlNMQWl5ZGRQc1dSVmtYc3RiN0ljWjlEanlLTGxtYmlJaUlpSWlvUW1Qd0xTOXlraURlREgzNjh4UTAzTmNvK0dZV2ZoNmg2T0FyTkZzRldGYUhZT2tBV0RvQ2xnNkFvbExoQjhsdEFIbXR3dmRScCt2bSttYmZoNWlUQkdUcjV2MmlVdk1pMjBSRVJFUkVSQzhlQnQ4WGp1bmdLd2h5d3czcTlDTE9ZOFlvZVprbEJLY0E4NXFscDFGQlREcjhiN0JOTWd5NC8zNXRWTVRxWDBMMURnQW1GdTk2UkVSRVJFUlU0VEg0Vm5DQ1UxZUlLU2Z6TFBWVFFHQ1Y1U3NxbGZ1d2lCTVhIWHpGbU5GQTR2Y1FtcTBBYkdvREQ4NUNmQkNoRzRxdC8yTlJCVUtMalhtdSt3Qmk5UEFpejIzNmdpeGVSVVJFUkVSRXhoaDhLekNoL21RSURZSWhwSjNYclllYit4REkzN09ySnpkY1Jrak1mVkRFeVFzNFR6NWl5bkdJcDlzQ0Z0V0FySCtNZDdCeU5wd3RiR3IrY2Q3THVnUkNmUEE3a0hYYnhLc012a1JFUkVSRVpJekI5emttTkp3SnlLd0wzOG5LeWZDWSt0TUJiUlpnNHc3QnVidHVvMzByeUh6MlFIdXViOEU5dGZubTNncU9uU0hLckFvY1ZneWhHQjhkVFNhZ01SRjZBVjJ2cjZoOTBpNjVVbGZVU3B0anZLOXRJd2d2ZlE1Qmt3RXhacXpoVWtVQVdLU2NpSWhlWkNxVkNtRmhZWWlJaUVCaVlpS3lzcktLUG9qS0JXdHJhN2k2dXNMWDF4ZEJRVUZRS3BWRkgwUkVCaGg4bjJOaXlnbkl2TGNEaXNwbUh5UFVIbXI2aFVvdlFkWjZmOEhuc25JMDJpVHpPdy94N3hVUWIzOXQ0a0xtOWZnV1NWUUR1U202NGxkU1cxeUF6SGlqNjhtYXI5YUZZcGtsaEpaZkEzRnJJUDYxOE1reVJtWU12eVlpSXFxSUxseTRnT1hMbDhQSHh3Y1RKMDZFdTdzN3cxRUZvbEtwRUI4ZmovRHdjQXdmUGh4VHBreEJ5NVl0eTdwWlJPVUtnKy96TFBVMHRHZTdROWJxTzhEYTllblBaOXV3NE5jc3F4dHZzNm9Cb2VreUNIWEhRYnp6bytGcmdzWFR0MGRQRldzUWZBVmxIWWo1Z3EvUUlCaXdiNVYzQzRRNll5QlVhUTF0OUhEZE1Hb0dYeUlpZWdGZHVIQUJuM3p5Q1lLRGcrSGw1VlhXemFIL2dGS3BoSWVIQnp3OFBCQVZGWVVsUzVaZ3hvd1o4UGIyTHV1bUVaVWJETDdQdThkL1FudTJLd1NYZnNEakt4QWYvd1dvMHdEMUkwRFVRdmJHWmNES1dkcGRlOVN0MEtXSVpKM3ZtaDZtckt4YmNCdXNhd0dWV3hoc0VtU1dFSXQ3THdVUU0yNUFxUEpLbnJiVUExSk9QTGxXOVE0UTZpQ25Bd2tBQUNBQVNVUkJWRTB3UHZEeE5ZaUozd0c1cWY5dVlQQWxJcUlYaTBxbHd2TGx5ekZ6NWt5MGFOR2k2QU9vM1BQeThrSndjREJDUWtLd2FkTW05dXdUbVlsSm9UekkrZ2ZpelZDSVNVZDBRNEJ6SHo2cFlKeTNHRlJPU3VIcjd3cnlBdWZtQ29YMEJvdm4ra0w4YzdyaFJwbVZ1YTB2MnVOcmh0L2I1M2w2YWRzSVFvc05RTjRTV0tJVzRoL2pvVDM5R3NTRXJVL3V1YlNHWHhNUkVaVVRZV0ZoOFBIeFllaDl3WGg1ZWNISHh3ZGhZV0ZsM1JTaWNvUEJ0enl6cks2Yjg2b25zNEJRb3c5Z1dDYzV6K3VXcHJkYk9nQTI3Z1ZlUm54OHhYaGJUbEl4R2xvNE1lMkN3ZmRDbGRiL3Rzc1JzbGJmQWdwN3cvMnZUSWI0enc3akV4a05kZWJIbTRpSUtyYUlpQWdFQkFTVWRUT29EQVFFQkNBaUlxS3NtMEZVYmpBWmxHTkNwV2FHR3hTVkliVFlDTm1yeHlCVWEydDhnRUV2clFqeDdoN2RlYXI2bW4vUmpMOGhSZytIZU9HZDRqZTRJR2tYRGFzNDJ6YUFVSzB0WkQ2N2pRSzUrR2N3eE52YlRaOG5mNCt2ckJUbklSTVJFVDJIRWhNVDRlNWU4TU5ycXJqYzNkMXg1ODZkc200R1VibkJPYjdsV2VVQ0NsaFViZzdCWnc5d1p6ZkVxek4wUTZBQktmaUs5dzlDdkxFVVNQKzNKOWY1emFLdnBWRkJ2RHdKNGovZlBxbWlYRnEwMlVEYWVhRHFxOUltNGVXd2ZBVzBSSWgvVG9kNGEwdkI1OGsvL0Zvb29JZWI2QVdqdkI4TEFGQTUxU3ZqbGhCUmFjdkt5dUljenhlVVVxbEVabVloVTl5SXlBQjdmTXN4d2JHVHdmZmk5Y1Y1Q2owQmdrc2Z5SHhQQVZYYjZEWm9WTkQrMWdIaXhmZWVoRjVGSlFoT2VZWklxZE9CekZ2R0Y4dStwK3RwMVlkZU93L2RIMVBWb0V0QXZMZmZjRVBlMEN1cUljYU1LVHowQXNiQlYyRlhLbTBqS3Uva09abVE1N3k0dnh5NVY3VXAwK3QzYnVRSTE4cEZyTW4rREZrcG5yLy8rdXRVVldMclcxN3dkclV2ZW1jaUlxSVNlUDcrOXlQeldEb0NWWHllZksvTmdaaXdCZHJ6L1FGTm5nWHJyWndnYS9VRFlOOVNGMm9mUlJ1Y1JuQWJBc2h0cGUvRnhKMkFSbFg0dFFVRlpLK2RndXkxVXhCcUR5dU51NEY0YjUvcEY5VHBFQys4QXpIeGU5Tk5xVFVJTXIvekVMeTNHWVZ3UVZHcFZOcEdWRzZKSWhRWkQyR1pkZytXYWZlZ3lIZ0lpS1ZWajczOFdOQ3BNY0xlYldWMitMUlN5TEQzLzN3d3UwTkR5SVFDYWlZVXcrQld0UkFmM0FGaDc3YkNHL1VjbnZwOFQ2TzZyU1grbnRZZXg5OS9GUU84YWtJdWUvcjd5MjlFNjlyNHFHTWpWTFV4ZjdwSlpxNEdnMXZWd29VSnIrUEVLRjhFdmxUalAya2JGVTZ0VnVQQ2hRc1FDL2wzSWlNakEzLzg4VWVwWHpzaElRSEhqaDFEVmxaVzBUdVhzcHljbkdMM25LYW1wbUxPbkRrNGZmbzBOQm9OL3Z6elQ2eGV2UnFKaVlrRysrM2N1Uk1IRGh4Z3p5elJjNEJEbmNzcHdlMDlnem10NHYwRHVtclBhUmNoWHBrQ29mbm5UM2FXVzBOb05BZGlaQi9EazFnNUdTNFRwTTJHR0xjR1FyWFhDNzk0M3JtenBiR2VyOElPUXBORnh0dTFPZENlRFRDdStweVh3eHVBalRzRTYxb1FINTdQYzJ3MnhOUlRUOTgyb25MSUxpa1d6Z21YWUdXamhHWDFtcEJYdG9WYXZBYVhqSWRReDZjaksxT0c1TnErZU94WXY2eWJhaGFmV2xYd3o2TXNKRDRxMlMvRVdXb3QzbXRWQzcyYTFvQXFWMVBrL2dxWkFGdExPWHA0T01PL3ZnUGUvZllpN3FSbmwramFBQ0FUQkNoa0F2bzFkMEg3K3RYUloxc2tUdDVNTGZyQS8wQ3FLaGVIL2tyQ1VCODN0S3ZuZ0k4Nk5zVGc3Nkx3ZThMRFVydUdYejBIdk90ZEU1UGExc1djdzlmd3hXOXhSVDV2eWZ1KytOV3RoaXYzMHZIVGxYdWwxaVl5anlBSW1ENTlPaHdkSGRHNWMyY0VCZ2FpY3VYSzB1dHF0UnFwcWFtWU5Ha1NHalpzaU1EQVFQajcrME11TDUxVkZaWXNXUUpyYTJ2MDZ0VUx3NFlOZzFBS0Q1N3lpNHFLUXExYXRWQzkrcE9INVdscGFSZ3hZZ1FDQWdMUXExY3Z1TGk0RkhrZVcxdGJuRGx6Qm1mT25FR2JObTB3WXNRSTdOMjdGL3YyN2NPSUVTUGc2ZW1KeG8wYjQ5aXhZN2g1OHlZMmJ0eUllZlBtU2Vzc3ExUXFEbEVuZXNZWWZNc2p1YzMvczNmbmNWRlgreC9IWDE5bWhtVkFOcEhOQlZ4REVWR01jaW56bWx1cG1aV1phV3JtcisxV1d1bFZzKzdWckl0Wkx0MXJtbW1tTGVhK3BKWmxYVFdWM0VKejMwQVFCUkZrRXdZR1p1YjcrMk5pY0dSWGtxRFA4L0c0ajh2TTkvczkzek9ENmJ6bm5QTTUxcEhhSXFvRk5YWlc4Y09rRmVEWDMyNEtzK0xXeG43ZlhjVUJKWFN1WGNWa05lRmp5RXVzK1A0TzE0MmFhRzd4TDIzUHUzRUltMWY2UHNJT2ppajF1Nk9XR1h3VmxQcS9oL1NDVkdzZ04yV2hYbGlDbXZDSjlUa2gva0sweGx5Q2ptL0RzMDBrcmkvUEJhMFdOVHVkZ3YzZllyWmN3U2t5RENjM1Yxek5adHkzSCtMYXI5RmNhUHNJWmlmWGlodXZJUStIK3JOOGFBZFNjb3owV3JTUGMxZHpxOXlHMFdUZC9rMm5VY2krVm9pbGdoRG1lZDFJWmJxaGtNS0tMcWlBN3JxUnl4NmYvTUp2eWRtMzFONnRzS2dxejY0N1FxQzdNMzN2YUVCSUF6ZCtlcllUTGQ3YlRrck96WWY3NjQxWjh4dDNOSEFsc3BFbi94M1lsaTVCWGp6NTlhRnlyeWt3VzJ3L3J6NlN6QXZyajFaTFgwVFZhRFFhZERvZFY2OWVwVkdqUnRTclY0L0xseThUR3h0TGx5NWRtRGR2SGhjdVdKZER4Y2JHNHV6c2JBdTllL2Z1cFY2OWVvU0docFozaXpJVkJXeWRUc2ZRb1VQdFFtOVNVaEwvL2U5L0dUZHVISDUrZm1XMmNmSGlSYjc4OHN0eTc3TjM3MTYwV2kwVEowNGtNakxTZHMvYzNGeldybDFMYkd3czc3enpEazVPSmJkdC9Qbm5uMHVNZGpzNU9SRVFFTUQ2OWVzQjY3cmJ0V3ZYc256NWN0NTY2eTNpNCtNQm1EaHhvaTMwbWt3bTNuampEYnAyN2NyZ3dZTXJlR2VFRU5WRmdtOHRwRFFkQzA3K3RzZHE0bExJT1dWM2pucHFDb3BQaitJdGpBeXg5bTIwbW9yU29IZnhFOWVPb1o1N3IzSWRjUFF1L2VlcTBIbWh0SHdUcGRGVHBXeERkRjAvNzVobVhWLzhld1ZxTys1aG9QdjkvZ1ZYVVZNMm84WXZBSFBWUHhnTFVkczVaVjJoZVZ3MDljZE1CeWRuek44dHhDVXJFUjkvUDd3REc2TFNsWXhmTDVKNitUZzU5UnlnVnpqZW5RcHdXdm9WNTVzUHhPaFI5b2ZKeWdvUGNHZlJZKzF3MUZUZktwb3cvM280S0FyQlhucDJ2ZENGUHAvdTQwZ1ZnNlBSWER5YTJHN3V6MlRtRlpaNy9qdDk3bUJLRCt2ZTV2KzM5a2lGNTFkRTcxZzhHbll4NitaR3JSdDVPTi8wdFRjeVcxUkdyVHJNNlFsL3c4TlppNXVqbG1CdmwzS0RyNnVqaG4vMmJNV003ZWZJcU9EOU1Kb3NQUEZWRE1kZXV3OFhuWWFoN1J2eThkNEVmajZmVHJDWG52aU1rc3RwVE5kOXVYQWx0MlEvdEE2SzNUbmlqNlBWYXRGb05QVHMyUk93aHJTcFU2Zmk1K2RIU2tyeEtMekZZbUhseXBXc1hMa1NnTGk0T0JSRjRjMDMzNlJUcDA0bDJyMTgrVEx6NTgvSFlyR1VPRlowSHdDajBVaFVWSlRkc2FOSGoySXdHSmd5WlFwejU4N0Z6YTMwR2g2TkdqV2lmdjM2ckZxMUNwMU9oNHVML2ZwK1ZWWEp6YzFGbzlGUVVGQzhtOFQxSTliVHBrMHJOZlFDaElTRU1HdldMQXlHNGovRFJxUFJGbnJCT2hVOE45ZjZPV1RpeEltMjlwY3VYY3JTcFVzQnlNdkxJems1bVpNblQ5S2lSUXM2ZE9oUTZ2MkVFTlZMZ205dDR4YUNFdnhTOGVPOFJOU3piNWM4THk4Qk5YNGVTclBYQUlvTFF5a09LQ0V6VUpxTUxqNjNJQlhMNFZIMld3cVZ4N0dCN1VmRnRSVlYraWppNElqUytHbVU1dU5CNTJWL0xHTXZhdXo3S09HTGk0OHBXcFIybjRCeklHcjhmTHZUbGZyM0ZUOHdYU3NSL29YNHE5RG1aZE04ZmkvMVg1cUQ1Znd4WEg3K25KN1B2NFJuY0NrektZQ004M0ZzV3ppWHpIdWFvWDkrQUUwLzJjUzVPNFpnY3JtMWRmRy9KV2NUdGYwY0s1L3NpRTVUL1ZNVS9lczVzZk81enZUN2JEL1JDUm1WdnU3NndMVHIrUzZZSzVoMzYxK3Y5QSs5Tjh2VHVYZ0VPVE8vYWlIYVFWR1k4VUFJcjNSdHl0Q3ZZMWgvN0hLSmM5d2N0V2lyK0g0YnpSWSszcHZBeE83TmlVczNjQzdOWURmU2ZUMXZGeDJyaDNja29xRUhEOTdoUysvRmV5dWMraDJYYm1CZWREd1Q3ck5PcDg4cE1OT3RxVGM3bisvQzN6Y2NZLzR2OFhiblc4cjVuWGk1NkZnMzRrNSt2WmpGK0MwbDk1VVgxVXVqMFdBeW1jak16R1Q3OXUzY2M0OTFlOFNDZ2dLbVRwMUtlSGc0Z3dZTlFxZlQwYlJwVTQ0ZVBZcWJteHNGQlFVb2lsTG05R1IvZjMvQ3dzSll0R2dSUGo0KzZIVDJmOTZLQXJISlpDSXgwWDcybWFlbko1NmVuaFFXRnJKbzBTSmVmZlhWTXZzL1pzd1lIbjMwVWJ5OVMzNHhuNVdWeFdPUFBZYVhseGRkdTNhMVBlL2dVUHhsWFhuVHEzMTlmWG5ycmJld1dDeDg4c2tuSkNRazRPUGp3OWRmZjAxT1RnNkRCZzJpWHIxNkxGaXdBRDgvUDE1NDRRWE9uVHRINDhhTmNYTnpJeTB0amFTa0pOemMzR2pYcmgwQW16WnRvazJiTm1XR2JTRkU5WkhnVzV0bzNYQm92d3cwdjA4MXRoaXRnZFdVVStycDZybjNyUVdmelBtb3lXdkJPUkNIZGd2dHRnMmlJQTNMd2NmQUVGL3BiaWp1MTMwejZkNE94YWNuYXRxUEZWeWtRUWw4SEtYNUJIQnBZbi9NRUlkNk5ncjE4dS9mbUI1NUhpWGlLMUIrLytPcE9LRGM4VFo0ZDdOdXoxVFUxK3VDcjNyOUZrdGVuU0V2QWZMdEMwellUZEVXb3M1UWFYYmlCK28vTnhQTDZmMzR4KzJnNTcvZlIzRW9lOVRWcTJrekJ2OTdMai9PalNLKzBJUitWRytDRjYvazNKM1BBTGNXV05jZnUweW5qM1pqdHFqRVp4aTRaalNYR1dyVTk2eGJxYVhrR1BHZnZ1Mlc3bHNlODNYQnQ2My83Uzk2VnhRb1ZSVitmYVdDR2dvM2NIUFUwcnkrZFVuSjZtRWRlV2JOYnl6NzlhTGRPZmMwOVdMRGlNaWJydGJjekZ0UDJyOTZWM3dpMXZkdno0dGQ2YlY0TDdGWHl5K0UrTUhQY1F4cTY4K1hNWmVJdVpURlQ4OWFSd0VuZG0vT3MzYzNLZk82SWUwQ3VTZTRPTFQ0MTNQQ3o4Mko3czNxWTdLb1RQcnVaS1g2S2lxV25aM045T25UeWM0dW5rVmhNQmhRVlpYUm8wZHo3ZG8xRGg0OENJQ1hseGRkdW5UQmZOME1pdGRlZTgzMmM2OWV2ZEJxdGR4OTk5Mmwzc3Rpc1hEaHdnV1dMVnRXNmhyYW9sRHE3ZTNOc21YTFNtM2owS0ZEcFFiYTZ5bUt3dW5UcHdrTEN5dHpaUGpHVVdlSGN2Nit2TkdkZDk3Smh4OStTRUpDQWdBNU9Uazg5OXh6RkJaYXY5UXlHQXk4OE1JTFBQREFBNXc3ZHc1RlVRZ0tDdUxOTjk5ayt2VHBKQ1VsTVhEZ1FFYU5HbFhwZXdvaHFvY0UzOXBDMGFHMFd3U3V2eGVqVWMyb1IvOWVva3F6SGJVUTlmaHIxbEhUb09kUld2d0RycTkwbkhNU1M4eXdrdHNYM1ZEVldRbUpncHdUMWs5dERscVVKbVBzajNkWUJtZW1XZGZWbHRidndNSFdrV2Q5c1AyeGF5ZFE0LytMbXJ3TzFPSi9TTlcwbitEb1M5WUNYVXJ4SDFHbFFVOFVuMTlRcjN3UGFUK2llQlpQcFZJMHJ0YVJaNTAzRHBFYnJJVy9Dak1oNXhTcTRUd1VYRUh4N21iLzlsUlV2VnFJV3FCKy9HRzhld3hCemMvRjQvQW1ldjdyWGJzUmkvUzRNeHhmTVJ0RnNlQWIwWWRXZlI0RlFIRndvT2VyYjdENTdja2srM3JnZGw5cnZFNzhTa2JRbmJmY3A1aExXYmZjeGgvRmErcjNWWnJxWEIyODlkYmdxeWpXNmVBM1MrT2c4Tm5nOW5pNjZQaHc5M25iODF0UHAvTHc1d2RZUHlLU2pMeENrckx6eVRHV3ZkLzZYWTA5Y2RGWnAzYnV1NUJKdnFuaWdsODNlcWRQQ00rdk8wSld2dlUrZHpSd1k4Sjl6WGgvWnh5blU2MWZ4bDdKTWRKeTVuWUE3bXprUVkvbVBxdzVta3l3bHd0M052SXNzMjBmVjBkOFhFdmZoMzFpOSthWUxTcFR2cGNaUHRYQjNkMmRFU05Hc0hEaFF0dUlvNklvcUtwSzA2YldHU05Ycmx3QklEazVtU0ZEaGpCczJEQUFDZ3NMbVRScGtsMklMSzhhOVBIang5bTZkU3ZIamgzRDBiSGs3N2VvbmN6TVRKNTc3cmxTMjdodzRRS3VycTVFUlVYUnNtWFovNDJ1WHIyYTJiTm5jKys5OTlyOWZWZ1VUb3VtVlJlcFNoR3RuVHQzc25sejhSYU0rZm41eE1WWjkwb1BEQXdrUFQyZDNOeGNWcTFhUmFOR2pSZ3laQWl6WnMyaWZ2MzY3TjY5RzYxV3k0TVBQbGpwK3draHFvOEUzOXBBMGFDRWYxSzhiNjlxUmozNlF1bnJYbSs4THVCUmxPYi9zQStkcWdYMXdpZW9aNmFEcGVSME5kVndIc1Vqb3JpWmdFZUFSOHErajROVHlXbkxBUFhhNGhEeEZUZzN2Szd4UW10d3ZmQnB1VldYMWVRMVlNcXlUbk8rUHF3ck9oUy8vdURYMy80QzF4YlcxK3ZlRHJBQUd0QjVnbGNuRksrU2E0MEF5STB0L1hraGFwRUdHUWs0aG8vSDh1VmI5UG5IWkM3cytoOEpQMnlpNllPUEVuRG4zWnhjT29WMy9oMk8xbEhEOHFXYlNOemZnUG90Mm5Cb3dXeWN2WDNvK2NvRVZzMlpTc0dRcmpUWXM2VmFncSt3NSsxaS9aQi83bXF1TFFoV3Q2Mm5VL0g4MTFaYklhL3lYSHlqSncwOXJNRzM3NUo5dDd5R0dhQjlvRHVqNzJ6Q3FJNk5XWEl3a1VuZm5TVGRVTnh1MFJjSjcveDBsb1RNUENJQ1BUaDU1UnJwZVlXMlBoZk5BUGpvbDNoZTJsRDkyK1dJMG9XRmhURnZYdkZPRUk4KytpZ0ZCUVhNbW1VdG1sazBoZGRzTnVQaDRjR21UZGJ0QjNVNkhXM2J0bVg5K3ZXMlVkanlnbTlSV05Sb05DVkdZaTlldkVoNmVqckJ3Y0YwN05nUk56YzNMbCsrYkNzNmxaZVh4K25UcHpHWlRHUmxaZkhtbTI4eVo4NGNBZ01EUzczWHBVdVh5TXpNWk11V0xhVWV2M0hMcE1vRzN5TkhqakJ6NWt4Q1FrSTRkY3IreXhldFZrdmZ2bjFaczJZTk9wMk9KazJhTUg3OGVCbzFhc1NPSFR0WXQyNGRBRU9HRE1IWDE3ZFM5eE5DVkM4SnZuOTJEazRvN1Q1RzhSdGdmV3pPUlQzeUhPcVZyV1Zmby9OQ2FUZ1VwY24vZ1V0anUwUHExZTJvcDZmQ3RlTmxYcTVlV1B4NzJLM2NQd1JxL0h6VWN6TkxIaWk0QXM2Ly82TjA3VGhxMGlycmZyeVZyTGFzcG01RC9lVnZPSVI5Qko2bFQ1MnkwZGF6Vm9CTyt3bDFlMnVVd0NFb1FjK0NTMURaN1NldHJGUS9oUGl6Y3N5K2dyNTVXOVNjVEFKODNERmN1WXhseldMK2RWYzc1bjQ1RDFOQkhyMTcxMGY3ZTNHbEo1NXF4WlIzditIOFYwdVowQzZJNUt3azFuKzlqRVkrallqTE5lRFl4QXZkdFRRSzYvbVVmK05hN0hhdjhYVnoxTnJXTzE4ZkJQOElsUW05VUR6MStwclJWRzdvZGRJNlZMck5sYjhsRWVqdXpPeitiZmkvdTVyUUw4U1hCNWJzNTBoeU5xRis5UmpZeHA4OThlbTJpdGIvaTAyclZMdWk1bVJrWkxCbnp4NTI3YkorU2Qyb1VTTVdMbHlJcXFyMDdtMmRHajk4K0hDR0R4OE9XS2M2bDFXNDZwZGZmbUg3ZHV1WFBpTkhqdVRlZTYxVC9rK2NPTUdhTldzNGV2UW9lcjJlUm8wYTRlbnBpVTZuSXpvNm11Yk5tL1BTU3k5UldGakl1SEhqQ0EwTlplalFvWFRzMkJHdHR2U1BzRmxaV2FTbnA2UFJhRml6Wm8xZHlNN0p5V0hPbkRuY2RkZGRkdGRVTnZqT25UdVg0Y09IODloamovSGdndy9pNU9SRXc0WU5pWXVMSXlBZ2dCNDllckJreVJJNmRPakF6Sm5XejBXeHNiRmN1blRKMXNhT0hUdG8xS2dSM2JwMXc5bFpsbUFKY1R0SjhQMHpjNnlQUTRjdndkTmFicCs4UkN5SGhzRzFNb3A3YUp4UjJzNUQ4WDJ3dUpvemdHcEN2YndKTldFQlpNVlVmTi9NQTZnSEgwZHAvanE0aFZoSFRtOWt6b1hzSTZqbi80T2FXc2JhUE9NVjFCUGpVVFAybHI4WGIza004VmoyOVVNSmVBUWwrQ1Z3YjFmbXFVcUxTYWhYZDBCaEptckNRdFFMbjZJRVA0L1Nja3FKL1liVlM4c2g4OEROOVVtSVB3bVAxRGhjZWczR2ZQZ24ydlYra0xSVEozaXdlUlBjbkoyNEx5aUFnd1ZHVHA3THBmdnZ5emNUem1YaTZoK01rbmdGWDQ5NitMaTdzVHptUEcySFAwdjgzalU0dG0rTzUvOU9rRnF2Vy9rM3JzVnU5eHJmb21uT1FJWFZrTXN5b0xVZjM1MitVaTFWalYxMEdseC8veUxrNUpYUzYwTUFCSHZwMmZKMEpOdk9wdkhhNWhQbEZwOHFNbWRYSEhjMzltUkllQ0NCN3M1OFBxUTk3ZWYrekp2M3QwUlI0S05mRW02NS84NWFCL0lyR2NiRnpUTWFqUXdaTWdSSFIwZTZkYlArZlpDYW1zcnMyYk50NTVqTlpydkhZQjN4dFZnc0pkYk1idHUyRFVWUkNBOFBKelEwbE9uVHAzUHk1RWxTVTFOeGNuSWlMQ3lNOFBCdzh2THlPSExrQ0FjT1dQOTl2bkRoQW12WHJxVlBuejY4L3ZycmRPL2V2Y0tRR2gwZERVQ2JObTFLakN5N3Via3hhZElrWW1Mc1B3dFZkbzN2cDU5K2lxSW9aR1JZaSt0cHRWcmJQUklURTFtd1lBRUFMVnUySkRVMWxaVXJWN0pwMHlhY25KejQrOS8venJGang5aTVjeWZ2di84K2MrYk1vVm16Wm9TR2h2TGlpeTlXNnY1Q2lGc2p3ZmRQVFBIdUJoN1dRbEpxeWliVTQ2OWExNjJXeFp5UDRobjVlK2hWSVNzR05Xa042dVYxVUhDMVN2ZFdyMjVIdlhyclUvTFV4TklMVkZTNW5lUjExclhBN3UxUUd2UzJ2amZ1b1hiN0VPUFJBY1huZnRUVUgzNi95SVI2Zmg3a25rUHA4UHUrZnZuSnFMSHZvMTc4b2xyNkpVUk5jalprNGVEVEVQTXZhL0Z1UGdDTHVaQUZpei9nYnkyRDJYSHVBdjdONytUTTNrUStOMmZqNXVIRTZXTVo1UHU1a0phYXhvcm8vV1FiOHNoMzlhTis4NVpvMTJWZzZkQWNwN3k2dlFUZ2RxL3h2WDZ0YW02QnVjekt5V1Y1T05TZnp3YUhFM01waTlHcmY3dmxQWUN2WDJOOFYyTlAyL1Rpc3JUeHEwZXorbnFHTG84aHQ2RGl0Y0N2ZkhPY0FXMzgwT3MwYUIwVVd2bTQ4bmk3QUZKeWpLdzltbnhMZmUvVXhJdTFUM1hramEyblNoVDRFcmZHWkRJUkhSM050OTkrUzNaMk5vcWkwSzlmUDU1NjZpa0tDd3ZadG0wYk9UazV0bEZic0s3SnZmNXhrZno4ZlBSNnZkMXovL3puUCswZUZ4UVVrSnBxbmYxbE5CbzVjdVFJWjgrZXhXS3hZRFFhOGZQenc5blptUmRmZkpFT0hUcWdLRXFsOWdmZXMyZVBMWHhldlhxVnQ5OHV1ZXRGU2tvS1o4NmNZZENnUVR6MzNITjJXeGxWcENoME96bzZzbURCQW9LRGc5RnF0WHo5OWRlc1hidVdQWHYyQU5ZMXhxdFdyUUtzNFRnaUlvS2ZmLzZaMk5oWW1qZHZUbloyTnFtcHFXUmtaSlJhNkVzSThjZVE0UHNucGw1ZUQ0VVo0Tks0MGtGTmpadHJEWHlwUDRBeHBlSUxhcHZzSTZqWlIxQmpQN0ErZHZJSGwwWW9XbmRVVTNhcEk5cnFsYTBRTjhlNlYvR1Y3eXEvYlpNUWYwS2FnbndheEh3RGdQN3lHVEtYL3d2SCtPTm9kSk00cytnL2ZERGtJVEp5RFF5OHN3Tmp2MXZHN0NVOU1KbFU4Z3lGREhyYWxRMnJ6dUY4dFRGZG16Wkc3K1RFOXJNWE9MTnZOd1hIemxHUTY0SnI3Rkg4YzYzL2phUkdQSVRaVWFiaTNheUdIczRzR1J4dWUveElXMzhlYWV0ZnpoVmxpMmpvd1lHWDcrWCtSYit3NjN6NlRmZXBZOFBpTHd2ak13eTI0bFEzYXUzclp0dVB1YVdQS3gwQ1BkZ2RYL0Y5citRWStYRDNlU1oyYjA3VTluTk02ZEVTQjBYQno4MkovUy9mVTZrKzNsalZ1VWhJQXplY3RBNThOcmc5amhvSEZ1Mi9VTXJWdDJEYnh3U3ZmS25pODZwQlVVWGdxVk9uVmt0NzZlbnBGVlk3TGsxYVdocWZmLzQ1dTNidElpZW5lQWFBazVNVFk4ZU9CYXlqcmg0ZUhqejY2S01NSFRvVXNFNXIxdWwwYk5xMENhUFJTRXhNREN0V3JPRCsrKyt2MUxZOG8wYU53bWcwMHJseloxeGRYVGwyN0JnSER4N0VZREF3Yk5ndyt2WHJ4NElGQzVnNGNTSUJBUUVNR2pTSS92MzdsOWdDNlVhaG9hSDQrZmtSSHg5UGZuNCtKMCtXckFDZW1Xa2RRTmkvZno4OWV2UWdKQ1NrMHU5WEVVVlJXTDkrUGJtNXVlVGs1SkNUazBOV1ZuRlJ2K3ZYT3B0TUpsc2dCdXZVNTc1OSs5S3FWU3M2ZGVwRWd3WU5FRUxjSGhKOC8rVFVxenVxZG43aVozOU1SLzZzakpmQmVMbkN2WVRWcysvZWx1N1VKaXRXcktqcEx2eEZsTDZkeHMweU96cHp1ZFBqQUdpUGJzUnRjRnNjdnl2QVZGQ0FsN2tBblVhRHIzczlUR1lMRGUvd3hNbEZoeFBnV3M4Njh0ajd3U1o4Rm4yYWZxN1dFWm51TFJ2ejA0NGZjRzUzSC9vQkx4Ry81RzB1dCsxVHJYMytNNGw1NVY0cW1qRjgvZlRrV3hXZlliQ05zaDVKenE3eWRPZndBSGZiS1BIVUgwL2ZVdWdGNkh0SDhZZnNub3ZLM3BJb2MxcGZIRFVPWk9XYkNKMjFzMUpUbll0TStmNFVzMzZPdzh0Rng3TEgyMk8ycVBSZnVwOWxqN2ZIMTYzaVVGUmVWV2V3VnNkZStFZzduTFFPekl1T3IzUy9LaFI3Z0lUc0s5WFhYaVZNbXpidGx0dm8yYlBuVFFkZkx5OHZ6cDA3UjA1T0RnMGFOR0RzMkxITW5EbVRnZ0xybDEreHNiRkVSVVhoNGVIQmpoMDcyTEZqaCsxYWs4bkVjODg5UjNaMk5tbHBhWXdaTTRhSEhucW9VdmR0MXF3WlR6NzVKQnMzYmlRNk9ob1BEdzhHREJqQXdJRUQwZXYxcEthbTByZHZYM0p5Y3RpN2R5L3o1ODlueTVZdHZQZmVlOVN2WDcvTWRqMDlQZm5nZ3cvWXRHbVRiZTN4alo1ODhrbFNVMU9aTW1WS3VaV2h5MU5ZV01pUkkwZHdkbmJHeWNrSk56YzNJaU1qY1hSMFJLZlRzV1BIRHJSYUxWT21URUdqMGFEUmFMQllMS3hjdVpMZXZYc1RFQkJBczJiTmNIZS8rU3J2UW9pcWsrQXJ4RjlVWW1KaVRYZmhMNkwxSDlheTBjVWI5V29HaGY0ZVhEMTdtdXVYdmwzTHk2TytiOG5SV3RkNmptU3J4ZUZMNitEQTFmTm5VTHVOeEpKNmlYem5zcmVacVFzcUU3eUtSanB2MWFXc2ZCNWVkcERId2dMbzFyUSs0ellkcjFLQUJOai84ajFFL3I3MXo2ZjdiKzIvV1I5WFIvcTBzbGFUUFoyYVUyYm85WEYxeE1OWmF6dXZxbjFXVmJocUtHRE9nRFpvSEJRMm5yak0xdE9wZFA1b0Q3NXVUcHhOeXlVcnY5QzJadG5OVVV2QzVQdHRYemhjTTVvWXVqeUdMYWR1YndqbCtVOHJuUHBkWGFaT25jcTBhZFBLcllKY1diMTY5YUpGaXhZM2RhMUdvMkhDaEFsODhNRUh2UGZlZXlYV3hEWnYzcHlISDM2WXRXdlhrcHViUzNwNk9xMWJ0NlpkTzJ1OURiUFpiTnZLWitQR2pYVHUzSmttVGNyZW94bmdzODgrWTl1MmJhU21wcUxWYW1uYXRDbisvdjdzMzcrZnpaczNrNUdSWVh0ZnRGb3RqUnMzSmlrcGlZU0VCRFp1M01qbzBhUExiZC9EdzZQTTBKdWVuazVxYWlvNm5jNjJYZFBOdUhyMUt2WHExY05zTmxOWVdHamJKdWw2WnJPWkw3NG9ucTEzN2RvMVVsTlRTVTVPWnNhTUdSSjZoYWdCRW55RkVLS1d5dklOd2U5d05JNDlPbkIwMjJhMGJsNU1PbkFXQUpQUnlCMGRTaThDY3o0cHczYWVDdVRrWE1PaFEwOXlmL3FLVFArYit3QmRXelQ2OTQ4M3RjWTNvcUVIUTlzSE11bTdVNWlyV0dScXpkRmsxbFJpZmF1cm80Yld2bTRjdkZnOFpiSyszanJ5cWFxUVpyaTFaUnBQMzluWVZtSDYwd05saCtoV1BxNjJuMCtWVXdDclBPRUI3Z3pyWU4zSzd1TzkxbW05Y2VrRzR0SkxodTJwdlZyWlFtOXFiZ0V2YlRqR3Q2ZHZjK2o5QzJ2YXRDa2ZmdmhobVZXUysvZnZULy8rL1RsMTZoU3Z2UElLL2ZyMW8wZVBIZ0RNbnorZjQ4ZVA0Ky92ejhjZmY0eXJxMnVwYlZ3dk1ERFF0cjdYWkRLUmxwWkdreVpOQ0E4UForWEtsV2kxV3ViTW1VTmhZU0Z0MjdaRlVSU1dMMS9PWjU5OVJyTm16VzdwdFI0NmRBaUFrSkNRTWw5dlpUUnIxb3o3NzcrZlZhdFc0ZXZyVytxK3hJRGRGd2x1Ym02Mjliemp4bzJqYWRPbVRKczJUUUt3RUxlUkJGOGgvcUtlZU9LSm11N0NYOEkvNXYzMmg3VmQ0TjZBZ3Bpck9MazRjeWs5aVNjbXY0dFRQZXVIS09PMWJIYTgrUlRUcHBhc0F1L2Y2UjQ2dlRqVmVsNTJGdkVmek1IQjFaMjhDMmNvYkhkN1JyeXFtN3V6Rm9jeXFyMDZhWXRIY0l0R01zdHo0L2s5Vy9pd2JFaDc5RG9OcDRtK0RnQUFJQUJKUkVGVUxYMWNlZUtybUJLVmhhdGF0T3BHRFZ3ZFdUV3NJNjE5M1hqeTZ4aldIYnNNZ00vdndUYzlyNkRLZ2Z2Ry9rM3FidjFTNDVyUnhDZjd5cTZ3M0twQjhZZjFVNm1WQzc0ZEFqMFkwTWFQbEd0R2pHWUwvN3pmdXJZM1BzUEFEMmZLM3JybzNxYmVqTHZIT3ZLV2ttUGsvay8yY2p6bEd2V2N0SGc0YTdtWWxWL210YUw2VkNZRWhvU0UwTGR2WDJiT25JblJhQ1ErUHA3MTY5Zmo2dXJLMjIrL1hhblFDOUM3ZDI5T25qeUpxcXI4NzMvL1E2ZlRNWGp3WUZxMmJNbktsU3RSRkFWbloyZkdqeDlQL2ZyMXVmdnV1K25VcVJQang0L252dnZ1dTZYWFdiUTFVMFJFaE4zemxkM09hTWFNR1p3L2Y5NzIyTlBUazRLQ0F0dlU4QnRkdjI3NmVnYURnV1BIampGMjdGaG16SmlCbjU5ZnBlNHZoTGcxRW55RitJdHEzTGh4eFNlSmF2REhCVitBTk84dzlJZk9ZT3diem5mdlQyZmd0SmtvaW9KVFBYZjZmTGl4M0d0VlZlVzdENkpnd0hpTU1UK1M0bGw3LzB3ODNNYWZ6eDRQTHpQOEZvbWZkSCtWMnIzeC9JRnQvUGxoVENjZVduYkFidVI0NW9PdCtiKzd5cC9pV1ZtcmgzZmt4ZlhIV0hzc0dmZmZnL3F0QnNCcDE0MnFUdnZ4VEpsRnJRQkMvWXFENy9HVWE1VnF2N0duTS8vcTJiTEUrLy81cnhmTG5DcnQ2K2JFOHFFUmFCd1VjZ3ZNUExoa3YrMStiL2UrZ3pGM05lYk43MDh6THpyK2xrSy9xRDR2dlBBQ0owNmNzRzFqNU9IaHdUdnZ2Rk9sYWNPNXVibG9OQm8yYmRxRXFxb1lqVVptenB6SjVNbVRiZWNFQndlemJOa3lsaTFieG9ZTkcxaS9majNlM3Q2a3BLUXdkT2pRQ290Y2diVncxNGtUSjJqY3VERyt2cjRrSmlheWQrOWVBRHAzN214Mzd2VlR6c3ViZmo1aXhBakdqaDJMdTdzNzd1N3VGVzZEZE9QVThTSmhZV0cybnovOTlGUEdqaDFiNlM4T2hCQTNUNEt2RUVMVVl1bkJkK0w5ODZkNDNOR1l0STcrZkQ5ekduM0cveE9sZ25XcUZwT1pIMmE5Uy9iZGc5Rm9kR1Q4YncwWmR6MTJtM3BkL1Q2UHVZaFdvN0Q0MFhDU3N2TzVuR01reDJnZjd1NXJaaTJLRTNNcGkydkdrc0d2ZmFBSEdYa0ZKR1RrVlhpL3QzdmR3V3Viajl2V3FUNjM3Z2dBb3pvMkppNDlsNnVHUWdyTk43L2Y3QlB0QS9HdlY3d2V1YXoxdUpVeHNJMC9yM1MxQnBOZkwyVXhkL2Y1Y3M4UDh5K2VlbG5aNFB2TmlSUWF2UDBERDRmNkU5VTN4TGFXK3VjeWluRTVheDFZTTd3ampUeWNNWm9zRFByOElER1hpcWQ0djc4emx2NnRmWms3SUpSaEhScnl6T3JmT0hxNWNuMFJWZmZOTjkrZ3FpcHVibTRZRElaU2cyVmFXaHJyMXEwak9ibDQybjV1Ymk1cjFxemhycnZ1b2tXTEZ2ajYrdG9DM0kyanFBYURnVysrK1lhVksxZVNrNU5EcTFhdGFOT21EYnQyN1VLdjE3Tnc0VUs3NityWHI4OXJyNzNHd0lFRG1UMTdObWZPbk9HTEw3NGdNek9UVjE1NXBjTFhsSk9Udzd4NTgyeDc3aFlKRHcrbmVmUG1kcytaVEtaU2Y3NVJZR0FncTFldkx2RjhibTR1NTgrZng5dmJHNDFHdy9EaHc5RnF0Y3lhTmF2Q2Znb2hiaDhKdmtJSVVhc3B4TGQ3Z2haTGwrUDZiSDhTbmJTc252d3lQZjd2Rlh4YTNsSHFGV2xuVHJIOTA0WGs5M29XYlVCejBoYU1KNjdkQTBEbHB2dlZoSlkrcm5ScTRzVVhNV1h2Mzdya1FDS3Jma3NtcDhEK2c2dWl3THQ5UW16QlYrT2dNR3pGSVM3ZE1JcTZjV1FrRDdYeDQwcE9BVjhldXNqWGg1Tkl5NjNjdWxwVnRZYmZselljbytBV0F1LzFucjI3ZUFRNTltcnVUYlhSMXI4ZVN4KzNicW1Va21Qa2tjOFBWamg2V3JUbFVXNkJtZlBwRlg4SlVDVGRVTWlTQTRuY0Urek4wM2RhWncrY0wyVk5yNVBXZ1pYRE9uSnZVMi95VFJZR2ZYNkFiV2RUN2M1SnlzNm54eWQ3MmYxQ0Z5SWJlWEx3bFh2NXg3Y24rYkNDMEM1dVRsWldGbXZXck1GZ3NQNitpdGJTSmlVbEVSTVR3KzdkdXpsMDZCQ3FxaElSRWNIamp6OU9Ta29LeTVZdFkrZk9uZXpjdWRPdXZTNWR1dGhWckY2NmRDa2JOMjdFWXJGdzc3MzM4c0FERHhBYUdrcGVYaDVCUVVHc1hidVdFeWVzeXpKYXQ3WXZDTmk4ZVhQKzg1Ly9NSC8rZkw3NTVodXVYYXZjRnlEQndjRjg5ZFZYTEZteWhEVnIxZ0RRc0dGREpreVlVT0xjNjR0VDVlZm5WM25kYlZwYUdsT21UTEc5ZjBDNTFhZUZFRFZEZ3E4UVF0UnlKbWMzWWxzOFFyTUY2M0FkMVl1c1lWMzRadE5pM0RJSzhmWUp3Q3V3RVFBWlNVbWtYODBndjM0d21wSHZveGl5U2YzdnE1eTc0ejVNenRXNzdWSjF1cTlaZmRZOWRTZmVlaDFCWGk2ODg5UFpNcys5TWZTNk9XcjVmRWg3QmwyM2YyNm9YejBXUHhyT28xOGN4RkJvdGozLzhzWmpaT1lWTWp5aUlYYzE5dVNEZm0xWWN6U1p1YnZPYytCaVpvWDlWRldxTGZRQzlQMjlBalBBc1pzWTdld1E2TUcyLzdzYlR4Y2Q2WVpDK24rMm53dVo1UWZaVUw5NnRxMkVma3ZPcm5KRlo0QTJ2dlZzUDkrNEZycTFyeHRMSDIvUFhZMDl5U2t3OGREU0EyeVB2V283cm5WUWNIZlc0dUdzdzkxSnk3di9POHZIZzlyaHFIRmc3b0JRUXYzcThmeTZvemZWTDFHMnA1NTZpbjc5K2pGdTNEaWNuWjBaTW1RSVE0WU1JVDA5SFhkM2Q5cTBhY01MTDd4QTE2NWQ3ZmFkN2RXckY3Lzg4Z3Q3OXV6aDBLRkRwS2VuMDZOSEQ1NTU1aG03OWx1MmJNbUVDUk80ODg0NzdRcEJ1Ymk0MEw5L2YzcjA2TUhreVpNSkN3c3J0ZjZFUnFQaDVaZGZKanc4bkZhdFdsWDZkZWwwT3A1OTlsa0tDZ3BvMTY0ZFhidDJMWFU5YzBGQkFXNXVidlRvMGFQTTZjbmxDUW9LWXMyYU5mejQ0NC9NbXpjUHJWWmJxVkZwSWNUdHBhalZVVXYvTnJOODcxUFRYUkNpMW5Qb1UzYkJHVkY5bEltYmI5dTlOQVY1TkQ2NkRyY1c5WERxR1FrNkxlUWJzZXo3RFNmTjNlZzY5VWR4Y1lNQ0k5ZCtXRWJtMmFOY2FOc2JzNlBMTGQvNzZ5Y2phT2xUdFRWcVJTT0xKb3ZLYjhuWlpaNFg1bC9QYm91aC8rNkpaK3ltWTFUMHI5ZmZtdGRuOFdQaE5QTzI3bG1jbVZmSTFCL1A4UEhlQkl5bXNnTnF4NFllZlBKb095Sis3eC9BdDZldThNTDZveFVHeDZweWRkUXdvTFVmdnlWbmMrNXFMb1ZtNjR2cTJkS0g3NSs1MjdabXR1bU0veEdmVWZucHpnUGIrTE5zU0hzOG5MVmN5c3FuejZmNzdLWXQvNnRuSzlyNjEyTm4zRldpRXpJNGVqbWJRclBLM0FHaGpQMjkyTlRjM2VkNWRkUHhLcjBlZDJjdEdWUDdsT2kzbDR1T1RhTWk2UnprWlR1V2tKSEg1V3RHUEZ5MHVEdFp3NjZybzZiQ2UvenpoOU5NTCtmTGoxdFJXN2N6MnJadFd6WDB5anJDR3hBUWdObHM1dENoUXdRRkJlSHI2MXZ4aGIvTHpNekV4Y1VGSjZlS3R3MzdNekdaVEZnc2xqS3JNMWRGVEV3TUxWcTB1RzNWbXF2ejl5OUVYYUtVVXJWT1JueUZFS0tPTUR1NkVOOXhHUHEwQkh3LzJZNnpzd21OaHd1YS9Gd0tsRlBrcDF5Z0lQMEsrWVVGSkRmdVFGN0V3R3E3OS9ndEo5aitiT2NxaDErd2p2SjF2QzVrVnVUbHJzSDR1amt5WXVYaFVrZFlnN3hjbVBGQWE1NElEd1RBYUxLd2FQOEZwdjE0cGxKVGwzKzlsTVZkODNienovdGI4dWJ2MVlrZkRQRmx6NHRkaWZqd1oxSXJPZjI1TWlJYmVmTDFrOVlLc3haVkpTV25nQUtUaFNhZUxyWjltWGZFWGExMDZIWFdPakR6d1RhODNEVVlnQzJucnZEMHFzTWwrdXlrZGFCL2F6OGVDN051cjFKb1ZqR2F6Ymc1Rm44c1dIZXM0aTJZYnVUbjVtUlg0S29veUdia0ZYTFZVR2gzTE1qTGhTQXYreTlkTGw4emNqN2RRRUptSGdrWmVTUmZ5K2RTVmo2UHRQVm5hSHZyOWtoZGc3MnIzQzlST1lHQjF2OW10Rm90a1pHUlZiN2UwN04yN2dOK0sxc2IzZWpHaXRGQ2lEOFBDYjVDQ0ZISEdIeUNpUGNKQWxRMFJnTWVjYjhDRnJJQzc4QWMwSUUvWWkzdnBheDg3dnM0bWhCZk4wNWV5U0hkVUZpdDAzNHJ3OC9OaVluZG0vTmk1MkNjdEE3a0ZacFpjakNSR2R2UFZia3FzdG1pOHE5dFo5aWZtTW5xNFIxeDBXbG81T0hNdzZIK0xOcC9vZHI2ZlBCaUZrOHNqMkZFUkNNZXVNT1hnSHIySTJYWitTWmUyWGlzd25ZVUJZYUdOeVRxZ1JDYWVMcHcrWnFSS2QrZllra1orL1crc2ZVVXMzZkY4VzZmRVA3dnJpYm9OQW82VGZGSGdtOVBYV0ZYR1lXcHluUHVhaTVmeEZ6a3FRanI5SG9YWGZGSS9mU2Z6dkJRbStKdFcwNm41dkR6K1hRT1hzemtjRkkycDFKenlDNmoyblIwUWdhUGhnWGdxSEhnbXhNcFZlNlhFRUlJSWNGWENDSHFMQVd6a3l1RjlheEZWc3hPZit4MkdjblhqQ1JmTS82aDl5aEw4L3A2anJ4NkgzcWRodGlyQmhidVMyRHgvZ3RrWExmbDBNM1ljdW9LZlQ3ZHg1YW43NktlazdiY2JZQnVSazZCaVpXL0piSHl0eVM2TjZ2UHBxY2piYU91VzArbjh0cm00NXk4VXZGZXVzUGFOK1NMSnpxUWxsdkF0Qi9QOE1IT3VCTHJuVytVbGx2QWMrdU9jQ2dwaXdXRHJOdXJYRE9hK1BSQUlwTytPM2xUcjBkVlljVEt3MHo1L2pSTnZWeUl1VlE4aGYzZ3hTdzJuMHdoTHQzQVI5SHhuRW1yZk1HdXBPeDgzdDhaUzFOdlBRdkwyWU5ZQ0NHRUtJc0VYeUdFcU9PcVl3M3ZuOTM1OUR6K3MrYzhHNDVmWnQrRmlndFJWY1d1OCtsRWZMaUxoOXI0c2VINDVXcHQrM283NHE3eTZxWVQ2SFVhTnAxTUtiVWljbGxXL0phRWc2S3crbWd5ZWRjVjdLcU1qL2NtNE82azVlU1ZISDQ4bDFibDYwdVRtSmxIWWlucm9SLzU0cUJ0SFhOVnZmbjk2VnZ0bGhCQ2lMOHdDYjVDQ0ZISEdYeWIxWFFYL25BV1ZXWHlkNmYrc1BiUFhjMWw5cTY0UDZ6OUlvdHZjaHExeWFMeWVUbGJQVlZrNXM3WW03NjJLbTQyOUFvaGhCQzN5cUhpVTRRUVFnZ2hoQkJDaU5wTGdxOFFRZ2doaEJCQ2lEcE5ncThRUWdnaFJDM2w3T3lNd1ZENTllQ2k3akFZRExpNDFQMGFEa0pVRndtK1FnZ2hoQkMxVkdCZ0lBa0pVdW42cnlnaElZR0FnSUNhN29ZUXRZWUVYeUdFRUVLSVdxcExseTVzM2JxMXByc2hhc0RXclZ2cDBxVkxUWGREaUZwRGdxOFFRZ2doUkMwMWVQQmdEaHc0d09IRGgydTZLK0kyT256NE1BY09IR0R3NE1FMTNSVWhhZzBKdmtJSUlZUVF0WlJlcjJmOCtQRkVSVVZKK1AyTE9IejRNRkZSVVV5WU1BRzlYbC9UM1JHaTFwQjlmSVVRUWdnaGFyR0lpQWdtVHB6SXpKa3ppWXlNcEcvZnZnUUZCVWtvcWtNTUJnTUpDUWxzM2JxVkF3Y09NR25TSkRwMDZGRFQzUktpVnBIZ0s0UVFRZ2hSeTBWRVJMQjQ4V0pXcjE3TjNMbHpTVTVPSmk4dnI2YTdKYXFKaTRzTEFRRUJkT25TaGNXTEY4dVhHa0xjQkFtK1FnZ2hoQkIxZ0Y2dlorVElrWXdjT2JLbXV5S0VFSDg2c3NaWENDR0VFRUlJSVVTZEpzRlhDQ0dFRUVJSUlVU2RKc0ZYQ0NHRUVFSUlJVVNkSnNGWENDR0VFRUlJSVVTZEpzRlhDQ0dFRUVJSUlVU2RKc0ZYQ0NHRUVFSUlJVVNkSnNGWENDR0VFRUlJSVVTZEpzRlhDQ0dFRUVJSUlVU2RKc0ZYQ0NHRUVFSUlJVVNkSnNGWENDR0VFRUlJSVVTZEpzRlhDQ0dFRUVJSUlVU2RwcTNwRHR3TWh6NXBOZDBGVVk1MzMzMlhVNmRPQWZER0cyL1F1blhyR3U2UkVEVkhmYTkvVFhkQkNDR0VFT0l2VDBaOGhSQkNDQ0dFRUVMVWFSSjhoUkJDQ0NHRUVFTFVhYlZ5cXJNUVFnZ2hoTEJuTUJoWXZYbzEwZEhSSkNVbGtaK2ZYOU5kRXJXSXM3TXpnWUdCZE9uU2hjR0RCNlBYNjJ1NlMwSlVLd20rUWdnaGhCQzFYRXhNREI5ODhBR1JrWkdNR3plT29LQWdDUzZpU2d3R0F3a0pDV3pkdXBVeFk4WXdmdng0SWlJaWFycGJRbFFiQ2I1Q0NDR0VFTFZZVEV3TTc3MzNIcE1uVDZaOSsvWTEzUjFSUytuMWVscTNiazNyMXEwNWZQZ3dVVkZSVEpvMGlRNGRPdFIwMTRTb0ZyTEdWd2doaEJDaWxqSVlESHp3d1FlODhjWWJFbnBGdFduZnZqMlRKMC9tL2ZmZngyQXcxSFIzaEtnV0VueUZFRUlJSVdxcDFhdFhFeGtaU1hoNGVFMTNSZFF4N2R1M0p6SXlrdFdyVjlkMFY0U29GaEo4aFJCQ0NDRnFxZWpvYVByMjdWdlQzUkIxVk4rK2ZZbU9qcTdwYmdoUkxTVDRDaUdFRUVMVVVrbEpTUVFGQmRWME4wUWRGUlFVUkhKeWNrMTNRNGhxSWNGWENDR0VFS0tXeXMvUGwrck40ZytqMSt2Snk4dXI2VzRJVVMwaytBb2hoQkJDQ0NHRXFOTWsrQW9oaEJCQ2lOdHEvLzc5cUtwYTVuRlZWY25PenI2cHRrMG1FekV4TWVXMm41dWJ5N0ZqeDI2cS9mSWtKaWJ5di8vOWovejgvR3B2dXpRcEtTbGN1blRwdHR4TGlOcE9ncThRUWdnaGhDaFZabVltVTZaTTRkZGZmNjNXZG1mTW1NSHp6ei9QOGVQSHl6eG42TkNoekpneG84b0JWVkVVSms2Y3lMQmh3MWk2ZEdtSkFHMHltVWhQVCtmVlYxL2x4UmRmNU1jZmY4UnNOdC9VNnloTlZGUVVnd2NQWnZIaXhlV0c3L0xzMkxHRGd3Y1BWbmhlU2tvS1R6LzlORys5OVJhSER4KytxWHNKOFZjaHdWY0lJWVFRUXBUSzA5T1Rnb0lDSmsyYXhMSmx5NnF0M2Z6OGZPTGk0dkQwOUN6MXVLSW9XQ3dXZnZycEoxNTk5VlcyYjk5ZTZSQ3AwV2pRNlhSY3ZYcVZSbzBhVWE5ZVBTNWZ2c3llUFh0UVZaVjU4K1l4Wjg0Y0FHSmpZM0YyZGthajBRQ3dkKy9lY3NONFJkemQzUUhRNlhRTUhUb1VSVkZzeDVLU2twZzhlVElwS1NrVnRoTVhGOGZreVpONS9mWFh5eTB1NWVMaWdxcXE3TnUzai9Qbno5OTB2NFg0SzlEV2RBZUVFRUlJSWNTZjE2aFJveGczYmh4ZmZ2a2xJU0VoM0gzMzNhV2VsNWVYaDR1TFM0WHRGUllXVWxoWWlKT1RFdzBiTmdUZ3lKRWpiTnEwaVFrVEp1RG82QWhZQTZ6SlpLSno1ODc4KzkvLzV1dXZ2MmJzMkxHRWhvWldlQSt0Vm90R282Rm56NTZBZFpSMzZ0U3ArUG41MlFWUGk4WEN5cFVyV2JseUpXQU5uSXFpOE9hYmI5S3BVNmNTN1Y2K2ZKbjU4K2Rqc1ZoS3ZhL0paQUxBYURRU0ZSVmxkK3pvMGFNWURBYW1USm5DM0xsemNYTnpLN1AvVHovOU5HZlBudVhnd1lPOCt1cXJMRnUyRENjbnB4TG42WFE2QUpvMmJjcWdRWVBLZTB1RStNdVQ0Q3VFRUVJSWNSczVPRmduM0dWblo5dEdDUC9NUWtORDhmUHo0OHFWS3pSbzBLREVjYlBaekp3NWN6aDc5aXd6Wjg3RXc4UEQ3dmo0OGVOdGdiRG8vS0wvSHpkdUhBQm56cHloc0xDUW5Kd2NwazJiWmd1L1lBM2VHbzJHM2J0M00zSGlSRmF2WGwxaHdDNEt6Wm1abVd6ZnZwMTc3cmtIZ0lLQ0FxWk9uVXA0ZURpREJnMUNwOVBSdEdsVGpoNDlpcHViR3dVRkJTaUtZamRTZXoxL2YzL0N3c0pZdEdnUlBqNCt0dUJacENnUW0wd21FaE1UN1k1NWVucmk2ZWxKWVdFaGl4WXQ0dFZYWHkyei80cWlNSGJzV0VhTkdrVjZlanE1dWJrc1dyU0k0T0JnK3ZmdmIzZGVhVmF1WEVsSVNBamg0ZUhsdms5Qy9KVkk4QlZDQ0NHRXVJMmFObTBLV0VjQXUzYnRXcU45K2ZiYmI5bTRjV09GNXhXTmtyNzMzbnNsanVYbTV0cU8vK01mLytEOTk5KzNDL1RkdW5WandZSUYrUG41b2RmcmJWT1dMUllMQlFVRkFBUUhCd09RbFpYRlYxOTl4ZE5QUDIyNzN0blptWmRmZnBuOSsvZmo2dXBhWXVRek96dWI2ZE9uMjYzbE5SZ01xS3JLNk5HanVYYnRtbTI5ckplWEYxMjZkTEZiMC92YWE2L1pmdTdWcXhkYXJiYk1VVzJMeGNLRkN4ZFl0bXdaQVFFQkpZNW5aV1h4MkdPUDRlM3RYZWJVOEVPSER1SHQ3VjNxc2V2NSsvdno1Sk5QMnJZVUt2bzliZHEweVhaT1lXRWhBQmN2WHVTNTU1NERyS0g3d29VTHVMcTZNbWZPSE51Zk55SCs2aVQ0Q2lHRUVFTGNSZzg4OEFCYXJaWXRXN2JVZVBEdDA2Y1AyN2R2NTlLbFMzWWptQ2RQbnNUTHl3dC9mMzhBMnJWclo3c21QVDJkaXhjdjR1am9TRWhJQ0c1dWJ2ajUrZG1PZi9ubGw3end3Z3UyMGNqKy9mdmo1dVpHOSs3ZGNYQndJQzB0amFGRGgrTGo0OFA4K2ZNQmF6VmtaMmRudXhIbG9uRHE1T1NFdDdjM0R6MzBFT3ZXclNNbEpjVXVkTHE3dXpOaXhBZ1dMbHhvQzhXS29xQ3FxaTMwWGJseUJZRGs1R1NHREJuQ3NHSERBR3R3bkRScGt0M1U1ZkxXRWg4L2ZweXRXN2R5N05neHUxSHBJa1h0WkdabTJvTG9qWXBDYVZSVUZDMWJ0clE3OXVHSEgrTHI2OHZBZ1FQUjYvV01HREVDZ0prelp4SWFHa3EzYnQxWXRXb1ZEUm8wd05IUkVhUFJDRmhuRVZ3L2RicG83ZlRLbFN0NS9mWFhTNHhNQy9GWEpNRlhDQ0dFRU9JMjh2SHhZY3FVS2J6NzdyczgvdmpqdEcvZnZzYjZvdEZvZVAvOTkwczhQMlhLRkV3bVU2a2p2QXNXTE9EaXhZdDA3TmlSdDk5K3U4SjdPRGc0TUdQR0RENzU1Qk04UER4c281UVpHUm0yY0ppY25FeGVYaDRBelpvMUE0clh5MDZhTkFrSEJ3ZXVYTG1DeFdKaDRzU0p6Smt6aC9yMTY5dnVFUllXeHJ4NTgyeVBIMzMwVVFvS0NwZzFheFlBT1RrNURCbzBDTFBaakllSGgyM1VWS2ZUMGJadFc5YXZYMjhiaFMwditHN2V2Tm4ydnQyNFJ2Zml4WXVrcDZjVEhCeE14NDRkY1hOejQvTGx5K2gwT25KemM4bkx5K1AwNmRPWVRDYXlzcko0ODgwM21UTm5Eb0dCZ2JZMjJyVnJSMVJVRk92WHIyZmN1SEYwNmRLRnBLUWtmdnJwSnlaUG5rejM3dDE1NUpGSGJPY25KaVl5ZXZSb0FnTURiYTlWQ0ZFNnFlb3NoQkJDQ0hHYlRaa3loZkR3Y0hyMTZzWHExYXRydWpzbGRPalFnZDkrKzQzTXpNd1N4MkppWWdDSWpJeXNkSHM2blk3MDlIVGk0dUpJVEV5a1hidDJGQllXRWhjWGgwYWpJUzh2RDBWUkNBc0x3OEhCQVJjWEY3UmE2L2hNZkh3OGJtNXVOR3ZXakhidDJ0R2dRUU9XTDE5ZXFTclBHUmtaYk42OG1lblRwd1BRcUZFakZpMWF4S0pGaTJ6bkRCOCtuTFZyMTlxZUs2dHcxUysvL01MMjdkc0JHRGx5SkxObXpXTFdyRms4ODh3emVIaDRrSkdSZ1Y2dnAxR2pSbmg2ZXVMaTRrSjBkRFFYTDE1azJMQmhqQnc1RW9QQlFHaG9LTys4OHc1ZmZmV1ZYZWdGK052Zi9zYVRUejVKUmtZR1U2ZE9KUzR1anErKytnb3ZMeS91dmZmZVNyL2ZZSzJjZmVyVXFTcGRJMFJkSmlPK1FnZ2hoQkMzbVU2bjQvdnZ2K2Z2Zi84N2p6LytPSzFidHlZaUlvSm16WnJaaWw5VlZucDZlcVhXakZaRjE2NWQrZVNUVDlpOGVUUERodyszUFI4WEYwZDhmRHdhamFaSzA3UzFXaTJxcXRLL2YzODJiTmpBL2ZmZmo4bGs0c1NKRXpSczJKQ3paOCtpMVdxWlBYdTI3WnFCQXdmYWpmcVdWbGlyUEVhamtTRkRodURvNkVpM2J0MEFTRTFOdGJ1SDJXeTJld3pXRVYrTHhWTGk5N0J0MnpZVVJTRThQSnpRMEZDbVQ1L095Wk1uU1UxTnhjbkppYkN3TU1MRHc4bkx5K1BJa1NNY09IQUFzRTV0WHJ0MkxYMzY5T0gxMTErbmUvZnVaUmFsQW1zUS8vSEhIMGxKU1NFeE1aRWZmdmdCZ0lVTEY1WTROeWNuQjRDclY2L2FwbzBYT1hEZ0FDa3BLVXlkT3BXNzdycXJzbStiRUhXV0JGOGhoQkJDaUJwUXYzNTlWcXhZd2VPUFA4N0NoUXZadUhHakxjaFVWcytlUGYrUTRCc1FFRURidG0zWnVIRWpqenp5Q0hxOUhvQXRXN1lBMEtsVHB5cmRzeWpvRFI0OG1BMGJOdkQ1NTUrVGxaVUZ3TFBQUHN1T0hUdnN6cy9QejhkZ01OZ2VuenAxcXNMZ2F6S1ppSTZPNXR0dnZ5VTdPeHRGVWVqWHJ4OVBQZlVVaFlXRmJOdTJqWnljSE51b0xWaEhkNjkvZlAzOWkxNXprWC8rODU5Mmp3c0tDa2hOVFFXc0lmdklrU09jUFhzV2k4V0MwV2pFejg4UFoyZG5Ybnp4UlRwMDZJQ2lLSlhlaXVtMTExNGpQajZlL2Z2M285VnFHVEZpQkV1V0xDbnptcXlzTE5hdlgxL3FzYWxUcHpKdDJyUXFqZEFMVVJkSjhCVkNDQ0dFcUVHUFBQS0kzYnJOcXVqVnF4Y3RXclNvNWg1WlBmend3MHlmUHAzbHk1Y3pac3dZMHRMUytPNjc3d0RyR3RxcVVCU0Z3c0pDM25yckxWUlY1ZXJWcTdaanBhMGpqbytQQjZ4Vm1QUHk4amgwNkZDWlUzM1QwdEw0L1BQUDJiVnJsOTBYQjA1T1Rvd2RPeGF3anJwNmVIanc2S09QTW5Ub1VNRDYzdWwwT2padDJvVFJhQ1FtSm9ZVksxWncvLzMzbDdwbjdvMUdqUnFGMFdpa2MrZk91THE2Y3V6WU1RNGVQSWpCWUdEWXNHSDA2OWVQQlFzV01ISGlSQUlDQWhnMGFCRDkrL2V2VktHcGlJZ0lmSHg4V0xod0lkMjdkMmZvMEtGRVJrYmk2K3RMdlhyMVVCU0YvUHg4Um93WVFVWkdCbzZPamtSRlJka1ZJUk5DMkpQZ0s0UVFRZ2doU3JqMzNuc0pEZzVtelpvMWRPN2NtZFdyVjFOWVdFaW5UcDBJQ3d1clVsdUtvcURUNldqZnZqMnFxbkxod2dYTVpqTk5talN4VlNhKzN2SGp4d0ZvM2JvMVdWbFo3Tm16aDVkZmZyblVLY0plWGw2Y08zZU9uSndjR2pSb3dOaXhZNWs1YzZadHE2VFkyRmlpb3FMdzhQQmd4NDRkZHFQTEpwT0o1NTU3anV6c2JOTFMwaGd6Wmd3UFBmUlFwVjVUczJiTmVQTEpKOW00Y1NQUjBkRjRlSGd3WU1BQVcwWG0xTlJVK3ZidFMwNU9EbnYzN21YKy9QbHMyYktGOTk1N3o2NHcxL1Z5Y25MUTYvVllMQmJtelp1SHhXSmh3SUFCQUNXKzRGaXlaQWtaR1JuNCtQZ3dmZnIwUCt3TEVDSHFDZ20rUWdnaGhCQ2lCRVZSZU9tbGw1Z3dZUUp2dlBFR0JvTUJ2VjdQaXkrK2VGTnRGUllXY3ZIaVJSbzBhRUJpWWlKZ1hadGFXb2pldjM4L0FKMDdkK2JpeFlzY1AzNmMvZnYzbDdxL3JrYWpZY0tFQ1h6d3dRZTg5OTU3SmFvdE4yL2VuSWNmZnBpMWE5ZVNtNXRMZW5vNnJWdTN0bzJPbXMxbTR1TGlBTmk0Y1NPZE8zZW1TWk1tNWI2ZXp6NzdqRzNidHBHYW1vcFdxNlZwMDZiNCsvdXpmLzkrTm0vZVRFWkdocTM0bGxhcnBYSGp4aVFsSlpHUWtNREdqUnNaUFhwMHFlMU9uejZkUTRjTzJiWXFhdHk0TVczYnRpMXgzdDY5ZTltd1lRTjZ2WjZvcUNpQ2c0UFp0R2tUc2JHeGpCa3pwc1I3SUlTUXFzNUNDQ0dFRUtJTTRlSGhkT25TeGJiZWRzU0lFWFo3NkZaV1VRZzhkZW9VeDQ0ZHN4V3RjbmQzSnlFaHdlN2NsSlFVRGgwNmhKdWJHOTI2ZGJPRjNlWExsNWZaZnRPbVRmbnd3dy9MREh6OSsvZm5zODgrNDgwMzM4UmtNdEd2WHo5YlZlWldyVm9CNE8vdno2SkZpeW9NdlFDQmdZRzI5YjBtazRtMHREUWNIUjBKRHc4blBUMGRqVWJEZi8vN1gyYlBuczIzMzM3TGtpVkxiSHZ5Rm0zWFZKcXBVNmZ5cjMvOXk3WVBiMFJFUklsekVoTVRtVEZqQm82T2pyejk5dHNFQndjRDBMRmpSL2J0MjhmbzBhUDUrZWVmSzN3TlF2elZTUEFWUWdnaGhCQWxtTTFtbGl4WlFuUjB0RzJLOGVlZmY4NzY5ZXR0d2JXeVZGVkZwOU94ZE9sUzFxOWZqNGVIQnhxTmhtWExsckZzMlRLN2MxZXNXSUdxcXJhaVdtM2J0c1hYMTVjVEowNndkZXZXTXU5UnRQMVJlVUpDUXVqYnR5OHpaODdrdSsrK1k4R0NCYXhmdng1WFYxZmVmdnR0WEYxZEsvVjZldmZ1VGI5Ky9Yand3UWR4ZG5aR3A5TXhlUEJneG93WkExaEh1SjJkblprOGVUS2pSbzFpL3Z6NWhJU0VNSDc4ZU82Nzc3NHkyM1Z4Y2FGcjE2NjBiTmtTb01TVTZQajRlQ1pPbklqWmJPYWRkOTRoUER6Y2Rpd3dNSkNaTTJkaXNWaVlQbjA2czJiTnF2THZTWWk2VEtZNkN5R0VFRUlJTzBlUEhtWGV2SG5FeGNYUnBFa1RKaytlekk0ZE8xaTFhaFh6NTg5bnhZb1Y5TzdkbTY1ZHUzTEhIWGVVdXowUEZPK05XelFpYXpLWk1KbE1YTDU4MlZic1NWRVVZbU5qMmJwMUs0MGJOK2FKSjU2d1BkKy9mMytXTEZuQ3ZIbnphTnk0Y2FXcUk1ZmxoUmRlNE1TSkU3WnRqRHc4UEhqbm5YZG8yclJwcGR2SXpjMUZvOUd3YWRNbVZGWEZhRFF5YytaTUprK2ViRHNuT0RqWUZ1dzNiTmpBK3ZYcjhmYjJKaVVsaGFGRGg1Wlo1RXBWVlk0ZE93WmcyMUlwTVRHUkxWdTJzSG56Wm94R0kvZmZmejhuVDU3azRNRjdGT3ZxQUFBZ0FFbEVRVlNENU9ibTJ2MnY2SGV4ZGV0V3NyT3ptVFp0MmsyOVQwTFVOUko4aFJCQ0NDRUVBSWNPSFdMMTZ0VWNPSEFBdlY3UDZOR2pHVHg0TUZxdGxoWXRXbkQzM1hmejBVY2ZFUnNieTRvVksxaXhZZ1Y2dlo3bXpadlR1SEZqR2pSb3dOMTMzMjBic1N4aU5wdnRIaGNXRmdMdzFGTlAyWjdUYXJYTW1ERURaMmRucGs2ZGFoY01CdzRjeU5xMWE4bkt5bUxTcEVtTUhUdVduajE3MnJYNXpUZmZvS29xYm01dUdBeUdVb05sV2xvYTY5YXRJems1MmZaY2JtNHVhOWFzNGE2NzdxSkZpeGI0K3ZyYVJuNXZEUFFHZzRGdnZ2bUdsU3RYa3BPVFE2dFdyV2pUcGcyN2R1MUNyOWZiOXRvdHVxNSsvZnE4OXRwckRCdzRrTm16WjNQbXpCbSsrT0lMTWpNemVlV1ZWMHI5SGVUbTVwS1ptUWxZdDFVcWVtODJiTmhnZXg5Lyt1a24yL251N3U0RUJnYmk3KzlQVUZBUTNicDFJejQrbnUrKys0N282R2h5Y25Ka3phOFFTUEFWUWdnaGhQaExpNCtQWjlldVhmejQ0NDhrSlNVUkVCREFNODg4US8vKy9Vc0VwckN3TUJZc1dNQytmZnZZc0dFRE1URXhHQXdHamg0OXl0R2pSL0h4OFNFb0tLaEU4RFdaVExiUlM3Q3VwKzNjdVRQZHVuVmo5dXpabkR0M0RvUEJRSHA2T3YvKzk3OUxyTFBWNi9VOCsreXp2UC8rK3dEOCt1dXZKWUp2VmxZV2E5YXNzYTFITGxwTG01U1VSRXhNREx0MzcrYlFvVU9vcWtwRVJBU1BQLzQ0S1NrcExGdTJqSjA3ZDdKejUwNjc5cnAwNldJM1dycDA2VkkyYnR5SXhXTGgzbnZ2NVlFSEhpQTBOSlM4dkR5Q2dvSll1M1l0SjA2Y0FLelZxSy9Ydkhsei92T2YvekIvL255KytlWWJybDI3VnVidnc4M05qVEZqeHJCdDJ6WThQRHdBNjc3S3ZYdjM1cnZ2dmlNc0xJekl5RWhhdDI1TnMyYk5jSGQzTDlGR1hsNGV1M2J0NG80NzdwRFFLOFR2RkxXbzJvQVExZVRkZDkvbDFLbFRBTHp4eGhzbC92SVhRZ2doUlBYbzFhc1gyN1p0dStucm4zMzJXUzVjdUVETGxpM3AwS0VEblRwMW9uWHIxaFZPWFM2U2xwYkc3dDI3MmJkdkg5N2UzcnoyMm10b05CcTdjeXdXQzFPblRtWEFnQUZFUmthV2FDTXBLWW12di82YTJOaFkzbmpqRFJvMWFsVG0vZGF1WGNzRER6eUFYcTh2OVhoNmVqcmp4bzNEMmRtWjRjT0g4OUZISDVHZW5vNjd1enR0MnJTaFk4ZU9kTzNhbFFZTkd0aXVNWmxNL1BMTEwrelpzNGREaHc2Um5wNU9qeDQ5ZU9hWlovRDE5YldkdDJmUEhoUkY0YzQ3NzhUUjBiSEV2UTBHQTVNblR5WXNMSXdubm5paXpNRDU4ODgvMDZwVksvejkvY3Q4bmFXNWN1VUs2ZW5waElTRVZPcjg0OGVQRXhRVWRNdkI5MWIvakFsUkU1UlMvaEtUNEN1cW5RUmZJWVFRNHZhNDFWQ1NrcEtDdDdkM21ldE5ieGVqMFloR282bFVnYXFLRkkxYW04MW1EaDA2UkZCUWtGMkFyVWhtWmlZdUxpNDRPVG5kY2wvcUFnbStvallxTGZqS1ZHY2hoQkJDaUw4b1B6Ky9tdTRDUUxXR3pNREFRTUM2THJhMEVlYUtGRzBsSklTb1cyUTdJeUdFRUVJSUlZUVFkWm9FWHlHRUVFSUlJWVFRZFpvRVh5R0VFRUlJSVlRUWRab0VYeUdFRUVJSUlZUVFkWm9FWHlHRUVFSUlJWVFRZFpvRVh5R0VFRUlJSVlRUWRab0VYeUdFRUVLSVdzcloyUm1Ed1ZEVDNSQjFsTUZnd01YRnBhYTdJVVMxa09BcmhCQkNDRkZMQlFZR2twQ1FVTlBkRUhWVVFrSUNBUUVCTmQwTklhcUZCRjhoaEJCQ2lGcXFTNWN1Yk4yNnRhYTdJZXFvclZ1MzBxVkxsNXJ1aGhEVlFvS3ZFRUlJSVVRdE5YandZQTRjT01EaHc0ZHJ1aXVpampsOCtEQUhEaHhnOE9EQk5kMFZJYXFGQkY4aGhCQkNpRnBLcjljemZ2eDRvcUtpSlB5S2FuUDQ4R0dpb3FLWU1HRUNlcjIrcHJzalJMWFExblFIaEJCQ0NDSEV6WXVJaUdEaXhJbk1uRG1UeU1oSSt2YnRTMUJRa0FRV1VTVUdnNEdFaEFTMmJ0M0tnUU1IbURScEVoMDZkS2pwYmdsUmJTVDRDaUdFRUVMVWNoRVJFU3hldkpqVnExY3pkKzVja3BPVHljdkxxK2x1aVZyRXhjV0ZnSUFBdW5UcHd1TEZpK1dMRTFIblNQQVZRZ2doaEtnRDlIbzlJMGVPWk9USWtUWGRGU0dFK05PUk5iNUNDQ0dFRUVJSUllbzBDYjVDQ0NHRUVFSUlJZW8wQ2I1Q0NDR0VFRUlJSWVvMENiNUNDQ0dFRUVJSUllbzBDYjVDQ0NHRUVFSUlJZW8wQ2I1Q0NDR0VFRUlJSWVvMENiNUNDQ0dFRUVJSUllbzBDYjVDQ0NHRUVFSUlJZW8wQ2I1Q0NDR0VFRUlJSWVvMENiNUNDQ0dFRUVJSUllbzBDYjVDQ0NHRUVFSUlJZW8wQ2I1Q0NDR0VFRUlJSWVvMENiNUNDQ0dFRUVJSUllbzBDYjVDQ0NHRUVFSUlJZW8wQ2I1Q0NDR0VFRUlJSWVvMENiNUNDQ0dFRUVJSUllbzBDYjVDQ0NHRUVFSUlJZW8wQ2I1Q0NDR0VFRUlJSWVvMENiNUNDQ0dFRUVJSUllbzBDYjVDQ0NHRUVFSUlJZW8wQ2I1Q0NDR0VFRUlJSWVvMENiNUNDQ0dFRUVJSUllbzBDYjVDQ0NHRUVFSUlJZW8wQ2I1Q0NDR0VFRUlJSWVvMENiNUNDQ0dFRUVJSUllbzBDYjVDQ0NHRUVFSUlJZW8wQ2I1Q0NDR0VFRUlJSWVvMENiNUNDQ0dFRUVJSUllbzBDYjVDQ0NHRUVFSUlJZW8wQ2I1Q0NDR0VFRUlJSWVvMENiNUNDQ0dFRUVJSUlmNi92VHNQaUtyYzN3RCtuTm5ZTjFFMmNRVVhYQUYzSk54ekxiV3JscHBhYW00M3pVeFRya3U1NTVKWlA3VXlUYzNxVnFRM3k4cEVVMVFVd1ExWFhGQVFCUUhaZDJhWStmMHh6VEFETXpBb2lJN1A1NTkwNXB3ejcwRElQT2Y5dnQvWHJESDRFaEVSRVJFUmtWbGo4Q1VpSWlJaUlpS3p4dUJMUkVSRVJFUkVabzNCbDRpSWlJaUlpTXdhZ3k4UkVSRVJFUkdaTlFaZklpSWlJaUlpTW1zTXZrUkVSRVJFUkdUV0pMVTlBQ0lpY3liTTMxL2JReUI2WnFqV0RLbnRJUkFSa1puaWpDOFJFUkVSRVJHWk5RWmZJaUlpSWlJaU1tc012a1JFUkVSRVJHVFdHSHlKaUlpSWlJaklyREg0RWhFUkVSRVJrVmxqOENVaUlpSWlJaUt6eHVCTFJFUkVSRVJFWm8zQmw0aUlpSWlJaU13YWd5OFJFUkVSRVJHWk5RWmZJaUlpSWlJaU1tc012a1JFUkVSRVJHVFdKTFU5QUNJaUlpSnprSitmajVDUUVKdzhlUktKaVlrb0xDeXM3U0VSUFhHV2xwYnc4UEJBUUVBQVJvNGNDV3RyNjlvZUVoRUFCbDhpSWlLaXgzYnUzRG1zWDc4ZW5UcDF3dXpaczlHb1VTTis0S2ZuVW41K1B1TGo0M0hnd0FGTW5qd1pjK2ZPaGIrL2YyMFBpNGpCbDRpSWlPaHhuRHQzRG12V3JFRndjREI4ZlgxcmV6aEV0Y3JhMmhvK1BqN3c4ZkhCaFFzWHNIcjFhaXhZc0FCK2ZuNjFQVFI2em5HTkx4RVJFZEVqeXMvUHgvcjE2L0dmLy95SG9aZW9ERjlmWHdRSEIyUGR1blhJejgrdjdlSFFjNDdCbDRpSWlPZ1JoWVNFb0ZPblRtamZ2bjF0RDRYb3FlVHI2NHRPblRvaEpDU2t0b2RDenprR1h5SWlJcUpIZFBMa1NRd1lNS0MyaDBIMFZCc3dZQUJPbmp4WjI4T2c1eHpYK0JJUm1SdWxBa2lOQjNMVEFVVVIwQ0t3dGtkRVpMWVNFeFBScUZHajJoNEcwVk90VWFOR1NFcEtxdTFoMEhPT3daZUl5RnlreGdIbmY0ZVFjQWtOWGV2RHVVNGRuSXU1eXVCTFZJTUtDd3Zadlptb0V0YlcxaWdvS0tqdFlkQnpqc0dYaU9oWnB5Z0dqbjBEKzZRcmVHUGdTeGd5ckF2Y3hBcWtsRWpSTitacWJZK3UybGhLUkxDVWlwRlpJSy8wV0U4SFM5ekxLcitIcXJWVURBdUpDQmttWEtPbU5hdHJBdzk3U3h5L2t3NmxTcVY5WENJU29GQ3FLamlUaUlpSXFvcHJmS2xHcVZUODhFWlVvL0t6Z0Y5V29YZGRDL3crWlF3bU43S0dtMWhSMjZNeXlNbEtpdkFaM2RHanFYT1Z6MjNnYUlVVE03cmp5SlJ1cUdzanEvVDR2NmQwdzA5ak84Qy92b1BlNDNXc3BZZ1A3b00xZzN6Z2FtdWhmYnkrZzJXRjE1T0pSYkMzck41N3hhNjJGamc2dFJzU0YvWEY1bUZ0MEtPcE05NEpiSUo3Qy92aW5jQW1rSWtmNzFmMHdjbGRNRHV3Q2V3c0htM2NYUm82SW1wbUlOcTYyVDNXT09qcG9sQTh1WDhmRkFvRmNuTnp5ejJla1pIeHhNWlFFN0t5c25EcTFDa29sY3JIdnBaU3FheTF6MG9sSlNVNGRlb1VTa3BLYXVYMWlaNDB6dmhTdGJPMXRkWCttYTNyaVdwUWlSejQ0eE9NN2RJUjcvdlVneUJVOHVFbC9xTDZ2ellPUUIxUFFDU3V0cUVNYk9HQ1ZRTmFRaENNSDFQUFJnWVBlMHNjbmRvTkFCQ2RsRzN5OVJzNVdzSFJTZ29BT0RLbEcvcDhGWUdVM0NLangrY1ZsMkJrTzNlTWJPZU9nemRTTWZmM3E3ajBJQWQ1eFNXd3M1RGcvUjVlbU5XOUNaWWZ2b0ZWZjk5QzZPU3VPSGMvQzZ1UDNNTDk3UEl6eFdzSCthQi84M3A0ODZkby9CMzcwT1J4VjBRekkrMXFhNEVaM1Jxam5iczlWaHkrQ1FkTEtUYSsxQm96QTVwZzZ0NkxPSHpyMFY3UHc5NFNuN3pVR21zRythQkFYdlVQNkRZeU1TUWlBU2VtZDhlSWI4OGk5R2JxSTQyRG5veVFrQkRZMnRwaTRNQ0JSbzg1ZVBBZ2R1ellnUWtUSnBScnlKV1JrWUcwdERSNGUzc2JQRGNoSVFFMk5qYW9VNmVPeVdNNmYvNDhWcTllalRGanhtRG8wS0dRU3RVL3crUEdqVU5BUUFCZWZ2bGx0R25UeHVUcmFhU21wdUxMTDcvRTBLRkQwYlp0VyszanljbkpTRWxKMFh2TW1FdVhMc0hkM1IxMTY5YXQ4dXNyRkFvc1diSUU5ZXJWdzZCQmd6QnExQ2pJWkpYZmtETWtJeU1ENzczM0hvWU9IWXIrL2Z0cnkrWXZYYnFFaHc4Zm9tZlBuaERLL01PYW5KeU1xMWV2b2xldlhsVjZyZkR3Y05qWjJhRmR1M1lBQUpGSWhBOCsrQUFPRGc3bzA2Y1BCZzhlakFZTkdqelMreUI2RmpENFVyWFQvYVdZbVpsWml5TWhNblBIZDZOM2M2OS9RcThKTXdZUklhamZzQW55MHBPUm1SUVBOR3dMK0E0RVhKbys5bEQrdko2Q2R1NTIrR2lnajhubnRIZTNmNlRYYXVObWg2TlR1NkhQMWxOSXlqRWNmdk9LUzJlMUl1NW00SHBxSGdDZ1FGNTZjeUFoc3dBN29oSUFBUElTSmNiNjFjZFl2L29WdnZhaHQ3b2krTUExckRrYSswaGoxM1UvdXdBcUZiUTNDNFovY3dZUDg0b3gvWCtYc0dOa2UzZzVXeU4wY2xlTS8vRTh2ajEvdjhyWEwxU293NjVNTEVKeVRoSEtWazgzY3JJQ0FDaFZLaVJrbGcvN0R2L01jTnRiU2pDbFMwTWNpWDNJRXV4cWR1SENoV3JwZEp1YW1vb1RKMDVBRUFTSXhXSzgrT0tMQm8vcjFhc1hRa0pDOFBISEh5TXFLZ29MRnk2RVNLU3VMTWpMeThPTUdUTVFGQlJrTU53ZVAzNGNZckVZcTFldk5qa2NIVHg0RURrNU9kaStmVHVVU2lWR2pScWxmZTdJa1NNb0xpNUdpeFl0dElIWVZEWTJOa2hPVHNhY09YTVFHQmlJdVhQbndzYkdCcG1abVpnelp3Njh2THpnNU9SVTRUVXVYTGdBRHc4UGJOaXdBUTRPRGhVZVc1YVZsZnBuSnpVMUZaNmVudVZDcjFLcHhGZGZmUVUzTnpjTUhUcTB3bXRaV0ZqZy92MzcyTEpsQzg2ZlA0K2xTNWRDRUFSa1oyZGoxYXBWK09xcnIyQm5wMTkxa1pLU2dyeThQR1JtWm1MNDhPRW1qL3ZISDMvRXRXdlgwS0ZEQjh5ZVBSdHVibTZ3c3JKQ1ptWW1pb3FLcW5SVGcraFp4T0JMMWM3TnpVMzc1OXUzYjlmaVNJak0yTU83c0w5L0NVc0hqNFVnbUY2Nk9IYmhlbmg3dUNNdEp3OVJrYWR3Y05NUzVEclVCNExlQUdRVmwvdFdaczNSV0p5NWw0VUhPVVc0bDFXQTdDSUZOQlY4ZThkMXhQQTJiaWd1VVdMTjBWaDhmaW9PTFYxc2taWXZ4OTNNQW1RWEtxQlVxYkJxUUVzRTkxTFBPTDIwTXdyN3J5VS8wbGprT2dIdGt4TjNVRnlpRG9IRkpmckJMZVQxRG5ocnowVzk0OFBqMHNzRlBFMTVkbnhtUG5hZnEzb0lOVGpHRWhWUzg0cmc4ay9KdFdhZDc4NHpDUmpheWhYRFdydEJFSURYL1QxeExqRWJ0OVB5dEdIV0ZFVTZ4N2JiZUt6YzJtalZtaUVBZ05TOFlqVCs2SEM1OHpYUC8zVWpGU08vUFZ1MU4wY21hZFdxRmJadjM0NlltSmhxdVo1S3BjTDY5ZXNoRm92UnAwK2ZjczlMcFZKTW1qUUppeGN2eHJGanh6QjgrSER0akt0VUtvVktwVUpZV0ZpRnIzSGl4QW1NSGoyNjByR2twYVhoeElrVEFJRGc0R0FFQlFYcGphT29xQWlUSmsycWN1Z0YxSTJTbGkxYmhyZmVlZ3NuVHB5QXRiVTE1czJicHcyZzkrN2RRM0Z4TVFCMU9XOVNVaExzN2UzaDVPU0V1blhySWpVMUZRcUZBZ2tKQ1FnTEM4UExMNytzdmZhdFc3ZXdhOWV1Q3N1UGRaOExEUTNGb1VPSHlyMzNXN2R1QVFDS2k0c3hjdVJJbzlleXNGRC8vRXNrRWl4ZXZGZzd1NnQ1THprNU9YQjNkOWM3Snk0dURpcVZDbWZQbmtYZnZuM0xCV05EYnQ2OGlXdlhya0VzRnFObno1NXdkWFVGQUlqRjZzcWZuajE3d3NiR1JudDhZbUlpSWlNak1XellzRXF2VGZTc1lQQ2xhdWZuNTRkdnZ2a0dnUHFPcWxLcDFONVJKcUpxY3ZZM3ZEbm9aVGlJSG0yOW5yT2REUWIwNll1Z0YzcmdoMTFmSXVKL3k0SEJjd0RicXErLzFYWDQxa01FTmFtRG44ZDF3UGZuNytQemlIZ01hKzJHNFczY2tGdXN3TEJkWjdTbHV3OXlpMkF0RlNPdnVIUVd0c00vYTNKL3VmSkFML1RhVzBwZ0l4VWJuZUg5djZGdE1MeDE2VTAzM1hYQVYrYjBnS0hQc00zcTJxQlpYUnY4UGFXYjNucmFJVHVqakliRUs4bTVTRFJRQ3EzcmkxZmFJaVczR0p0UHhpRzVnbkpzQUxpZlhhZ052dlZzTEpDZXIzN2REMEp2WUZock55aFZLaVJtRnlMeTdVQkUzY3ZFeXp1amtGTmsydmU4cEpwbVp6bkxXM05rTWhsV3JGaUI3T3hzdUxpNGFFT1FxZnIxNndlcFZJby8vdmpENUhNNmQrNE1lM3Q3Mk5uWjRmYnQyOGpOelVYWHJsMGhrYWcvRWpadDJoUWZmL3d4N3R5NW8xY3lySGt0VTBJdkFPelpzd2NLaFFKZVhsNTQ0WVVYOUo3VGhLMnlqaDgvanE1ZHU1b1VocDJjblBENjY2OWo4K2JOeU01V0w1dlFoRVZ2YjI5czNMZ1JBSkNlbm81WFgzMFZLcFVLNzd6ekRteHNiQ0NSU0RCeDRrUTBhZEpFTC9ScXpuVjFkY1d2di80S1IwZEg3ZXl1Um5aMnR0NjY1Y2pJU05qYTJzTGVYcitDeGNQREF3Q3dmLzkrMUtsVHgrQ05DQURhejBlQ0lFQXFsU0loSVFFT0RnN2E3NGVIaHdjKy92aGo3ZkVxbFVwYnBoNGNIS3dYVml1eWZmdDJBSUNMaXd0dTM3Nk56ei8vSEFDME53ajI3ZHVIOFBCdzdmRmhZV0ZJVDArSFhDNnZNTGdUUFVzWWZLbmExYTFiRjAyYU5NR2RPM2VRazVPRDA2ZFBvMXUzYnJVOUxDTHpvVlJBdUhjSkx3M3ZDdUR4dWhOYnk2U1krTmJiY1Bab2pOKzNMQVArdFFTUVdWVitZZ1d1cHVTaVNLSEVzaGRiWUg1UGJ3aUNlczN0d08yUk9CR1hyajFPSkFpSVc5QUg2OEppc2VOTUF1UktGVG8xY0lSU3BjSkhSMjlwMS9RQ3dKWmhiZEMvdVF0bS9Yb1ozeGtvKzUyei93b2FPbHJoNVZhdXlDc3VnVWhuVFp5bFJBd1Z5b2MzZVlrSzJVVnlTTVVDNmxoWGZkYkpHRXVKR0l2N05NUDdQYndRazFxK3NZOHVMK2ZTYlhCK2U2TVQ4dVg2NjdSRmdvRHgvcDRRaXdUMGJPcU12NmQweFlEdGtVakxMNjUwSENVNmFmL2k3S0J5cGM0YTlXeGtpRnRnK0VNNTFUd0hCd2M0T0RoQXBWTGgxcTFiUnRmWW5qbHpCdjcrL2xXK2theFFLTEI4K1hJOGVQQkErMWgyZGpiRVlqRTJiOTRNQUpnMWF4WUNBZ0wwenBrelp3NkNnb0l3ZWZMa2NqT09sY25JeU1DdnYvNEtBSmc0Y1dLNU5hcUcza05FUkFTV0wxK09WcTFhNGNNUFA0U2pvMk9scnpOa3lCQ29WQ3IwNk5FREFMUmg4Y3FWSzlpeVpRdUEwbUFuQ0FMKys5Ly80dHk1YzVnMmJWcUYxNTB4WXdZbVRacFVMdlFtSkNUZzNYZmYxWHVzYmR1MnVIZnZIcFl1WFlyR2pSdFhPdVpEaHc3aHlwVXI1UjR2S1NuQnVuWHJjUFRvVWJpNHVPRFZWMTgxZUg1T1RnNlVTaVdrVXFuSm9mZlBQLy9FMmJQcXFvMmtwQ1Q4NzMvL0szZk04ZVBIRFo2N2RldFd5R1N5U2t1MmlaNEZETDVVSXdZUEhveE5tellCVU4vMTdkaXg0eU9WTXhHUkFTbDMwTlN6TVZ6RTFiY2x6OURCUTVDWmtvancwQytCUWJNZjYxb1A4NHJSNzZzSW5QeDNkM2c3cXorWVhVdkp4YVVIK3Myc1NwUXFPRnBKc1dhUUQ5WU0wbDhiSFBGdnczc1BmL3VhSDd5ZGJiRDAwQTI5eCtVbEt2eHI5eG5ZV2tpUVdTREhvYmU2b28rM3VtbU4xOXEvOVdad05iTzNCMittWXNpT1NBREEwYW5kSHFuYnRDR2E5Y1VXRWxHVjFqRTNxMnY0UTZ4WVZCb2FPbm82NHZqMEFQVGJGb0g3QnJacjBxVzdSWktEcGRSQTlGY1RJT2pkWkNoTFZFSERNcW8rZ2lCZ3hvd1phTk9tRFpvMGFWTHUrUU1IRHFCSGp4NllOMjlldVNCWkVZbEVnbkhqeG1INTh1VndjbktDV0N4R3UzYnRrSlNVcEszSU9uMzZ0RjZUS2MzdjYyUEhqaUVqSXdNclY2NnMwbnZadlhzM2lvcUs0T1RrWkRUSTY3cDE2eFpXclZvRmxVcUZoSVFFL1BEREQ1ZzZkV3FsNy9QT25Udnc5dll1dHphMWNlUEd1SGJ0bWw0SmVWWldGaUlqMVQvdm1zOG54b2hFb25LaE55WW1Cb3NYTDBaV1ZoWUNBd08xWmR4ejVzekJlKys5aDFtelptSHExS2tZTkdoUWhlUHUyTEVqZHV6WWdkVFVWRzFRQjlUcmdvOGNPUUpBM2J4S2Q1WTNQVDBkMjdkdmg2ZW5wM1oydTJIRGhoVytCNDJyVjY5aTA2Wk5jSEJ3d0VjZmZWVHUrekZxMUNoa1pHUmcvZnIxYU4rK3ZVblhKSHBXTWZoU2plamN1VE84dkx3UUd4dUw1T1JrZlAzMTE1Z3laVXFWZmxrVGtSRzVHV2pvV3JVWkdGT01HVDhaMXc3dlJmcTlLNEJuNjhlNlZtcGVNWWJ1T29Nek13TmhKUlhEeDhVV0FZM3E0TS9yS2JDemtFQW1GaUV0dnhpRmloTFl5aVJJejVlWEM4YTZOS0gwUW1JMlBqbGh1SGVBUXFreXVNZnY4V2tCZXJPZmh1ak9ocHB5ZkVYa091dUkzd3lKeHM0ekNVYVBmU2V3Q1RhK3BQNWFUL281R2w5SDZSOWIzOEVTRDNLS0hxbHNXWGZXdTlGSGg0MldiNmZrRmNGdGVXaTU4elhQaS9udjloTWprOGx3NmRJbGd6T0NTcVVTeDQ0ZHc3UnAwOHFWMVZiRzI5c2J1M2J0MHY0OVB6OGZreWRQQmdCTW16WU53NGNQUjFaV2x2WjV6ZTlxQ3dzTGZQenh4OXEvbTdMdFRseGNuTGIwT2lNakEydlhyc1hxMWF1Ti92NVBTRWhBY0hBd0Nnb0swTHAxYTZ4WXNVSnZkd2hkbjM3NkthNWVMZDJiL083ZHV4Q0x4Vml5WkFrNmQrNnNmZHpHeGdhclY2OUdXbG9hWkRJWnhvNGRpNlpObStMTEw3L0UvdjM3NGV6c2pDVkxsbFQ2WGpUdmVkKytmZGk2ZGF1MjdIZk1tREhhNE92ZzRJQTFhOVpnL3Z6NTJMaHhJL2J1M1l2aHc0ZWpSNDhlQnRmZU9qbzY0cXV2dm9KTUp0TUdYME1sNjlIUjBaZzdkeTRBZFRPdHVuWHJZdS9ldmNqTXpJUkVJc0Vycjd5Q2twSVNvMlhqQUJBYkc0dEZpeGFoUVlNR1dMSmtpYmI4dWlvU0V4Tng4dVJKakJneG9zcm5FajF0R0h5cFJnaUNnSWtUSjJMcDBxVW9MaTdHaVJNbllHdHJpOUdqUjNPOUw5SGpLc3pCOGFqajZINnA0b1pEVmQwYlVpb1dZY2ljai9ETnFybFZEcjZHWmd3VHN3dXhMVElCTTdzM0JnRGNTc3RESFdzcHZoL3RqNGFPVnVpLy9UU0tGRXJZeW9CVGR6TXdaRWNrcEdJQng2ZDF4NktETVRoMHMzUWJIMDBJQzQ5UFIzWmgxZFkxdHpGaEgxcmRVbWhUanErSVhHZHZ6K0pLbWxIZFNTL2Q4cTJCUS9rUzg0MHZ0WWFuZ3lYZStDa2ExeXNwbXk2cnVnS3JSTXpnKzZSb21qNXQyN1pOcjNOeVFrSUNKazZjaVByMTYxYzU5QnF5ZWZObXBLYW1JakF3MEdCWFlNMyt0RktwVkMrd1ZyWnZyVXFsd3FlZmZxcTNMK3ljT1hNcURMMmZmZllaTWpNejBibHpaeXhac3FUQ2RjNlRKazNDMHFWTGtaZW43dEt1VUNnZ2xVcVJsSlNrZDl5VksxY3dlL1pzdlRIZnUzY1BFeWRPUkVLQzhSdFJaY1hGeFdINTh1VzRlL2N1NnRXcmgzZmZmUmVkT25WQ2VucnBrbzJDZ2dJMGJ0d1ltelp0d3BneFkzRDM3bDE4K3VtbjJMUnBFNW8zYjQ1V3JWcWhTNWN1OFBQejA1NmoyYktvTEpWS2hlam9hSVNHaGlJNVdkM2pJQzB0RFR0MjdBQUFkT2pRQVljUEg0YS92eisyYjkrT28wZVBZdEdpUlFhdkZ4RVJnWjkrK2dtRmhZVm8xYW9WZnZubEY0T3ZxZGwyc3V3YVgwRDl0UXNORFVWK2ZqNFNFaEl3ZS9ac1RtRFFNNDNCbDJwTXc0WU5NVzNhTkh6MjJXY0ExR1ZhaVltSm1EQmhBbHhjWEdwNWRFVFBzT1lCVURScWp4eFRqaFdxZHFPcFk3czIrRDRyQ1lyQ0hNRFM5QUFZUFRzSURSMHJYaHQ4WTU3K25wUGgwd1BnYksyL0RZaThSSVV1RFIwUk9ya3JqdDVPdzZLL3JpTmNaMTN3bzNENjhDK0RwYzdHT0h4d29GeTRydXdjWFFKS1B4aHF1a25yc3BLS1lTa1JJYU5BcmhkOGRkZjdBdW9HWFMrM2NvVk1MTUw1ZDE3QW9yK3VZK09KTzNvbHpCV1I2TlFvVnpTTDdXd3R3NFhaUVFhZkF3QXBiMVkrTVJYTjNsV1hJMGVPNE9EQmd4QUVBYSsvL3JyMmNkMVFXMVNrYnNwV05sQlZGbnozN2R1SHk1Y3ZvMCtmUGpoMjdCamtjbm1GUVduRmloV1F5K1hvMzc4L1pzK2VyVmY2YTRpdHJTM1dyVnNIb1BSbWdMdTd1OEgxcDRtSmliQzF0WVc3dTd0MjM5cVNraEswYWRNRzkrL2ZSMFpHaHRIWFNVcEt3bmZmZllmUTBGRHRlODdPenNhMmJkdXdiZHMycEtXbGFZOWR2SGl4OXM4eW1VeXZtL1MxYTllMFd4N3BCbDlkbWh1VUNvVUM0OGFOUTBwS0NycDE2NGF1WGJzaU9qb2FXVmxaNWRia2FrcTIwOVBUc1dqUklxeGJ0NjdjL3p2dDJyWEQxMTkvRGJsY2p0OSsrODNvZTlVd3RzWlg0NDgvL2tCZVhoNFdMRmhRNmZlSjZHbkYvM09wUm5YcTFBa1RKMDdFcmwyN1VGSlNnb3NYTCtMOTk5OUhZR0FndW5UcEFoOGZILzREU2xSVk1xdkhia0JsaktWRWdtWTlodUxhL1JqQXE1UEo1L1g2OGhTT1RPMEdld3NKNG5XMko5S1VLQ2RtRitMbXd6eTBkN2ZYemc0M01CS1VsU29WUklLNm1kUE1nTWFJVEREK0FiVzY2TTZPUG00M1pOMDFzVkt4U0c4MlhDb1M4TjFvUDNnNldHSGcxNmR4S3kwZkpVb1Z4Q0lCTFYzMHl6c25kUERVZHB1MmtJamdYOThCTHJZeVBERFMyYm9zUzJscFlLMW9GbHNpRWlwY2kyd2xaZkI5VW1xNkl1cjY5ZXZZc0dFREFIWGdtajU5T3JwMzc0NXAwNmJwL1M3V2xEMGJLamsyVmw0YkZ4ZUhiZHUyd2RmWEYzUG56c1d4WThjTWprR2hVRUNoVUdpdk5YMzZkTHp5eWl1UC9kNTB0VzdkR3ZQbXpjUFVxVlBoNysrdmJRSVZIUjBORHc4UHpKdzVFMU9uVGpWNDd2cjE2eEVhR2dwdmIyL01talVMZm41K21EQmhBb3FLaXJSZkQyT2wyTVhGeFJBRUFaTW1UWUpFSXNISmt5ZXhiTmt5dlNaVTZlbnBTRTlQUjF4Y0hLS2pveEVSRVFGQS9mMW8xcXdabGkxYmhxWk5teUk2T2hxQXVzdDJWbFlXWG52dE5lM1dRaXRXckVCWVdCZ0NBZ0lRSEJ4czhQdGhiVzJOZGV2V0lUOC9IM1hxMUVGYVdob3NMUzFOM3FzM0xpNE9MaTR1Um1lbmlaNUZUQnhVNDNyMTZnVTNOemQ4OXRsbnlNM05SVWxKQ2NMQ3doQVdGZ2FKUkFJbkp5ZTkxdjFFNXVYWmF4Ymk2dVdEYStjdVZlbWMyK241YUw3dWlON2VzVURwVE9uL3JqekFSMGR1NGViN3ZRRUFwKzltWXVhK3k5Zzd2aU04SGZUM0Q5YXNUVDE4NnlGZSsvN2NvNzROcllkTFhxejBHTjBHVXZLU3h3dStFcDN3OHYxb3c3TThBSERxMzRFWXVQMDBMaWZub0wyN1BkcTQya0VpRXFCUXFvUC85SzZOdGNjdVAzd1RINGJlTUhvdFF5d2w2Zy9EMllVSzFGOTVDTG5GaG1leGszT05yL0V0VWFvUW5aU05sMXU1b3E2TnJOd2FaS3BlVlYyZVVCVTNiOTVFY0hBd0JFR0FUQ2FEVXFsRWl4WXRjT0xFQ1Z5K2ZCbHIxNjdWSHB1WW1BZ0F1SDM3TnI3NTVodTlMWCtLaTR2TE5YNHFLaXJDMHFWTDBieDVjeXhmdnR6bzcvUFUxRlNzV3JVS09UbnFlcFdGQzhrdk9PZ0FBQmlHU1VSQlZCZnE3ZS83dUhTL2ZoWVdGaWdxS3NMQmd3ZjFqcmx6NXc1YXRteHA5QnI5Ky9mSHE2KytxaTAxMTEzN3JOdHd5cEIrL2ZwQklwRm9PekwvNjEvL0tuZE1Ra0lDM24vL2ZlMU1zaVlVUzZWU2ZQREJCd2F2MjcxN2QvejAwMDhZT0hBZ2NuTnpFUjRlRGtFUThPYWJiOExTMHZqKzY1cU80WUM2Z2RoSEgzMkVvS0FnazhybC8vcnJMemc0T0dEQmdnVm8xYXBWcGNjVFBRdVlOT2lKOFBIeHdicDE2N0J2M3o2RWhvWnExLzhvRkFxa3BxWWlOVFcxbGtkSVZFTThhamo0NXFZRGU1YVpkbXhCTmo1L2V3UWtsaFhmd1MvSVNBVzhxNzRGV2RuUVc5YXlGMXZBVWlMQ3JyUDNNR1hQUlJTWEtNdVY3ZXJ1cDJ2S2xqMm11UEV3VCs5MVdydVduLzIwbHFwRG9sS2xNbGllWEJXNk02M1JTZGw2WmRZZTlwYmE3czJwdVVWUUtGV0l1SnVCOXU3MnNKS0s0ZXRoanpQM3NqQzB0YXUyOURtclVJR05KKzVVK0pvV0VsRzVrdVN3MjJsWTlmZE4vSGxkL2UrcnJjendyM3pCeUhNYlQ5ekIxdFB4Nk5uVUdYdkhkWVJZSk1EUlVvb054dzAzRjZzT3orTDZ3YjU5KzFhNERWRlZhSDQzYnRpd1FTL1FGQmFxTzNoWFZtcHNUR1JrSkZhdVhBa25KeWNzWHJ3WUN4WXNRRjVlSGhZdVhJaUpFeWNpTXpNVFdWbFpjSEp5d3FoUm8zRHBVdW1OcjkyN2QrUGF0V3RvMEtBQkpreVlZREJvV1ZoWVlNS0VDZWpXclp2Qk5ib3FsUXAvL2ZVWHZ2amlDeFFVRkVBa0VrR3BWQnJzWHYwNE5CMlA3ZXpzdEh2NmFwcGFaV1ZsWWNTSUVXalNwQWtDQWdLd2JkczJnOWZRM2JzWTBDOC9OelpMWEJYdDI3ZkgrUEhqc1d2WExyejY2cXNZUFhwMHBWc0ZEUjQ4R0wvOTlodTJiZHVHM054Y0tCUUs5Ty9mMzZUdGt6UmtNaG5rY2prT0h6NXM4amtGQlFXSWo0OW44Q1d6d2VCTFQ0eXRyUzNHamgyTEFRTUc0UFRwMDRpS2lrSnNiR3lOM3VFbU1uc1cxaEFYWmVQQTNuZjB1dmcramkxN2JtQlBUUFdXVXN2RUl2aDVPT0NINkVTOEdYSUJtaC83c21PMmxwVit5Q3lVUDE0QTFRallFbTV3amE5WUVEQzRwUXQrajBtQnpUK3ZLMENvY0wycktTeDB3dnZrbjZOeDVsN3BqTkY3UVUyeGZyRDZRK1NzWDYvZ1NuSU9qc1NtWVdxWFJnQ0FBUzFjY09aZUZ2N1RxelJFclF1TE5kaXRXbGNiVnpzY250SU5EcGI2djlhbmRXMVU2WGhkYkMyUXMzeUF3ZWRtQitvSGs0K0h0SUtqbFJSTERsNnY5THFQd3RpTTE5TXNQRHpjNVBMUnltaUM3OE9IRC9XMkFKVEwxZDkvemZyUnFraElTTURTcFVzeGJOZ3dqQjgvWGkrWTFxdFhEeE1tVE1ENTgrZlJyRmt6N055NUV6S1pERnUzYnRVZUk1VktzV3JWS3UxTmlmajRlSU9odFdmUG5nWmYvL3IxNjFpNWNpV3VYTGtDWDE5ZlRKa3lCUXNYTGpTNnh2YjI3ZHQ0KysyMzhkLy8vbGM3VzFrWmxVcUZ6ei8vWExzVzFzM05yVWJLeG8yVk9KY2RTMlhHakJtRDFxMWJ3OWZYMTZUWGJkcTBLWHIyN0tsdFVPWGc0SUMzM25yTHBITTFOUDgvYVc0RVZFU3pmcnBKa3lZWU9IQmdsVjZINkduRzRFdFBuTE96TXdZTkdvUkJnd2FocEtRRW1abVp5TWpJMFA1aUp6SW4zKzZNcmRrWGtGcWlSSkRDMFVxQW0wMzEvQXpsNWhZQ05tN1ZjaTJONGhJbE92N2ZjWWdFUVBkem9iak1KckYxZE5iRFpoZ0llOGJDZmRtdTBycU5uY3FHUVkwQkxlcWhYN082R0xJekV2VnMxR0ZBRUZDbHZYY05xV3RUMnJBckpWYy9xTmhibEk0bC9aOFo3ZCt2cGFCUW9ZU2xSSVR4L3A2SVNjbEZSMDlIQU1EOXJFSjhZc0lNNjluN1dlaS9QUUlISjNVRkFDUmtGU0NyVUZIdVE3aTFUQXcvRC8wd1VhUlFRaXdTY1BxdWFXdXBlM3M1NDJwN0Qvd1FuV2pTOFZYeDRZY2ZWdnMxYTFxL2Z2MnFMZmhxZmcrdVdyWEtZRmZuUjJrTTJhQkJBK3pldlZ0dmpDcVZTdnYveG9nUkkvUzJxZ2tKQ1VGNmVqcjgvUHdRR3h1TGdvSUN2Wm40alJzM0lqOC92OUx3cExGMDZWSUVCUVZoNDhhTmFOMjY4bTd4Y3JrY2Nya2NhV2xwSmdWZnVWeU9aY3VXNGVUSmsyalRwZzB1WDc2TUZpMWE2SFZ6bmpwMXF2YnZtdlhGcHRLZFpUZWwxRm0zbzdVeGdpQ1lISG8xUm80Y3FkM250MDJiTmxWZWUvc2tHcWNSUGUwWWZLbFdpY1ZpT0RzN3c5blp1YmFIUWxSRGFqajRBb0NiTjg3RXlUSGs4YmJlQlFBb1ZTS2NEYjhJOU9yNytCY3JvMFNwUXRtUGhHVjN5bkczTHkyalRNa3IzOFJKWm1Scm5aL0crcU5mczNvR240dGIwTWZvbU1RaUFmc21kTktXV0Y5K2tJTzJuNFNWTzY0cVhaMDFhNVlMNUNXNGwxV285NXh1UUgrWXB3Nit1Y1VLN0wrV2pCRnQzZEdzcmcxMnYxYTZMbmoyYjFlUUw2LzhnelNnWGpmZGNQVWhaQmNwWUdqU1NTb1c4TnNibmNzOUhuSXBDYS83MWNlRnBHek0zSGZaNExuMDVQajUrWlhiLzlYSnlRbGZmUEVGdkx5OEh1bWFaWU81VXFrMFdEWjk5ZXBWN05peEF6S1pETk9uVDlmdUk2dXJzTEJRMi9XNUlwcGd2WFhyMWlxVk5CY1VGQUJRaC8ybVRadFdldjJFaEFRa0pDUmd4b3daT0h6NE1NUmlNYnAwNmFJZG8wZ2tncTJ0clRhUW1qSjJYYnBCMlpSU1o4MU5oY2N0MjllOWFaV1hsNGUxYTlkQ0VBVFkyOXNqUER3Y1U2ZE94Ymh4NHhBVUZHUlNxSDBXbHhFUVZUY0dYeUtpWjEwalgrd0xqY0dRMXNZYnRwanFWSnlBaC9rQUhLdDN4dGNZM1RXOUFOQktwN1B4cllmNVpRODN1azUxMks0ejJQOW1aM2c3VytOdVpnRVVTaFY4UFJ6Z1lDbUJVcVhDOFR2cHNMZVV3TS9EQVpjZjVPaXRIKzdnNmFBZHg2MjB2TWQrVDU3LzdNZDdOU1czM0JwbXpmWk5KVW9WVXZKS3g3QXVMQllqMnJvREFDd2w2ckhzdS9vQVAxL1MzNS8wazVkYUk3TkFqcVdIRERlNnlqS3l4N0ZZSk9DYlYvM1F2N242NXNDRnhHejRlcWhudHVQUzg3RTk2aTcrM2EweG5LeWttQmdTWGVsNmJhb1plL2JzS2RjNENsQ1gyTnJhMmlJdUxnNldscFp3Y25MU2xqMC9TcUF4Rkh6RHc4T3haczBhQU9xbVU0YkNxa3Fsd29NSEQxQlVWSVQ3OSsramZ2MzZSbDlERXpRTmxRZHJ4cHlabWFrM3N3MlVOdFlLQ1FsQjgrYk40ZTd1YnZENmx5OWYxdjY1WDc5K2FOZXVIYlpzMllLK2ZmdkN6czRPbVptWkFOU05vUllzV0lEczdHeXNYTG15MHZXMFplbFdvNWxTNmd5b3czdGtaQ1FDQXdNTk52clM3WXh0ckRSYTgvVXJMQ3pFL1BuemNmLytmU3hhdEFpdFdyWEMwcVZMRVJNVGcxV3JWbUh6NXMzbzBxVUwycmR2anhkZk5ON0lUL002YVdscDJMSmxTNFhqejgzTnJYQnNSTThxQmw4aW9tZGR5MEQ4OWQxY1hCemRCdTFjcTFiR1Y5YUc3ZUdBNzVOYjAyVWwxWitwZUxGNTZhenRDMDNxNFBlWVpPUVZsODU0V2hyWldpZGZYb0xlVzAvcFBYWjhlZ0FDRzllQlNnWDhIWnVHYy9lenNHOUNSelN1WTRXZkx5VmhiVmdzQ3VRbENPN2xqVlVEMURjTmp0NU9NM1I1azdXc1o0czYxdXBaM2I5dlBTejN2R1lMcDhUc1FyMXRreUlUTW5IdWZoYjg2NnRMTzFVcVlQNGZNWHJuMnNqRW1OcWxJUTRadUc1RkhLMmtlalBpMTFKeU1XUm5KTzc5Unoycjcyd2p3N3UvWFVXM2hrNFk0MXNmSGVvN1lNcWVpemgyNS9IMlQ2YXFNeFI2ZFczZXZCa1hMbHpRZSt4UktxWTBzNWdLaFFKNWVYbll1blVyRGg0OENBOFBEeXhZc0FBK1BqNEExRlZaY3JrY2MrYk1nU0FJeU0vUDE0YWlMVnUyWU9YS2xRYXZyMXRLYmFqMDE5blpHZW5wNlFnT0RvYWJtNXRlZUU5SlNRRUEzTGh4QXpkdjNqUWFmRnUxYWdVSEJ3YzRPenZqblhmZXdZb1ZLMkJoWVlIeDQ4Y0RBT3p0N2JGdDJ6WTBhcVJlNTc1Ly8zNTRlWGtoTVRFUnQyK3JsdzhZdW1tUW5KeU1QWHYyYVA5KzkrNWQ3WjhybTNHL2VQRWlPbmJzaUhmZWVRZHhjWEZvMjdZdGxpeFpBa2RIUjczajl1L2ZqOTI3ZDZOaHc0YmE3M25aTmNtYTcxRmlZaUk4UER5d1ljTUdiVGZxalJzMzRvY2Zmc0QzMzMrUHJLd3NoSVdGUVN3V1Z4aDhOZGN6dEMrd01WeUNSdWFHd1plSTZGa25zNExLL3lVRXIvMGJlOWYwaElYazBXYnJ2b3VVSS9MY1hlQzFhZFU4UU1NRVFkMk4rRUppTnRZY3ZRVlBCMHU4M01wVisvemJBWTN4V25zUGJEaCtHM25GSmZnZzlEbytQeFZ2MHJWbmRXK0N3TWJxOGs2eFNNQ29kdTY0L0NBYkMvNk13ZHBCUHZpd1gzT005dlhBa0IxUkdONUdQYnN0TDFHVm0yR3RxajdlZGJWL1BuNG5IYWxMWGtSc1dqNWkwL09RVmFoQVlHTW5BT3J3cWV1OW9LYmEwQXVvdnpZaHIzZkFvSzlQYTh1bEI3WndnWlZVak5pMDhqUGh4clJ5dGNNdjR6dHFPMGtmdTVPT1Y3NDVnK3lpMGcrMHp0WlM1QlFwTUdSbkZNS21ka09MZXJZNE9qVUFPODRrWUcxWUxLNm41aHE3UEQxaHExZXZ4cmx6NTdCNzkyN0V4S2h2akdpMnpxa0tUYURac1dNSDl1L2ZENmxVaXNtVEoyUDQ4T0hhYnNnQThOSkxMK0hubjMvVzYvTHM0T0NBd01CQVRKa3l4ZWoxZFp0d2FUcFM2NW81Y3lZMmJ0eUl1TGc0eE1mci8wd0xnb0FHRFJyZ2pUZmVxSENybzhhTkcyUHQycldRU0NTSWlvcENSRVFFNXM2ZHF3M0t1bHY1QU9wOWJTTWlJaEFURTZNTjVmWHFsVjhlNGVycWl1TGlZdnorKysvbG5qTWxNSjQ1YzBiNzUwdVhMbUhHakJuNDhNTVAwYng1YyszanZYdjNobGdzUmtoSWlIYUd1MlBIam5yWDBYeVBYRjFkOGZubm4rdXQ2UldMeFJnN2RpejY5dTJMZmZ2MllkU29VZVhDZFZtYTYxV2x1WlVwNjVXSm5pVU12a1JFNXFCOWYxejhJd2F6djdpT1RmOXVBYkZRdGZCNy9JNFlpeGJ1QUY0S0JrUlBwZ21LVkNUQ3hKQm83RHA3RHlxbzhLdk9XdHNwZXk3QzFrS0M5WU45c0dwQVMrUVZsNkJFcVlMY2hPMWNBaG81YVRzbkY1Y29NZnI3YzloNytZSDIrWjVOblRHb3BRdGExTFBGaVJrQmNMVlZON2JhZFRZQjk3UEtmMGl2aW1HdDFTSDZ4c004SEx5WmlnTTNVakd5clR1Nk5OVC9VSG84VGoyYktoSUVyQjdZRXUvMzhOS2VWODlHQmljcktkcTYyZUhzckJjdy9YK1hzUGZ5QTIxQWo4dW9QUGhLUkFMZTcrbUZKWDJhdzBJaVFvbFNoVFZIWS9GQjZIVW9sQ3BZU0Vwbmx6VE51TzZrNTZQSGw2ZHdZRklYTks5cmc0bWRHdUROamcwUWVqTVZtMC9GSWZUbVF4U1l1TjZZYW9aRUlrSG56cDNoNysrUEZTdFdvRWVQSHVqVnExZVZycUZRS09Edjc0K0pFeWRpLy83OW1EbHpKb0tDZ3ZRQ3I4YTRjZU13YnR5NEtvK3pxS2dJVFpvMHdiQmh3d3lXUS92NCtKamNIS3NpbWpYQUgzNzRJU1pQbm96Ky9mc2JQWGJZc0dFWU5td1k0dVBqc1hMbFNpZ1VDa3lhTk1uZ3NXKy8vVFlHRFJvRVQwOVBXRmxaVmZ2NldEczdPd3daTWdTOWUvZkdyRm16dE44UFhmYjI5bmpqalRmUXExY3ZvNDJzWEYxZEs3d0JvYXV3c0JBZUhoNTZqY3lNa2Nsa21EQmhBb1lQSDI3U3RZbWVGWUtLQmZ4RVJEVkdtTC8veWIyWXZCRFkvekdDL0Qzd3hUdy8yTWxNQ3lrL24xTmczdnpkVVBTYUNqUnNXL2tKRmJDemtDQ25TRjFTSnhJRWxIdzBHQUN3K1ZRYzN2N2xzc0Z6TENVaWZQRktPMHpvNEFrQUNMMlppdjdiVDBPbEF2N1YxaDNmdnVhblhmY2FrNXFMY1QrYzE5c2lTSmV2aHowT3ZkVVZ6dFl5WkJVcU1PTGJNemgwVTc4MHVLR2pGVzdNNjZVWC9oS3pDOUZtUXhneUN1U1FpQVFJZ25vR0dGRFBHQ3RXcTkvSDd6RXBHTElqMHVCcnQzR3p3NlYzZXdBQUp2eDRBZCtjdXdjQWFGYlhCaitPOWRkMlU3NzhJQWN2ZkhFU0ZtSVJkb3hxajRFdFhMVFhIdlBmYzJqaVpJMkRrN3ZBeGJaMDI1bUl1eGxvNVdJSGUwc0pYdnYrSEg2c29LTnkxNFpPK0h4NFcrMGEzb2k3R1hqN2w4czRlNy8wYTJZdEZTTnZoYnFrUFRvcEc3NGJqMm1mYzdTUzRwdFhmZkdTajZ2ZWRZc1VTb1RIcCtQUXpZZllmQ29PMlViV0V6K09xalFSZTFyMDY5Y1BvYUdodFQyTTUxcFdWcGJKV3g4QjZqV3MxdGJXTmJMbDBkTXFKeWNITmpZMnRmcWUrYk5DVDVKZzRJNFZaM3lKaU15RjFCSVlPaC9Id25haDUrcy9ZTTU3d3pDaWc0WFIwdWZMS1JLcy9mb3NqaHk1QWd4K0g2amI4TEdIRURVekVJMmNyUEVncHhERkphWDNWWE9MRElmd2dTMWNzUEhsMW1qK1R5bnU0VnNQTWVMYnM5ck93bnN1SlNFalg0N2YzdXdFYTZrWUxldlo0dURrcm1pNDZqQnlpL1dEVjBkUEJ4eVkxQVhPMWpKY1M4bkZzRjFSdVBHd2ZMT3F1NWtGMkhEOE5vTC8yU3MzcjdnRUwrK00wbTZmNU90aGo0aC9CK0plVmlIaU12TDF0bERLS2pTKzVtMXVrSHJXTnVKdUJyNDlmMS83K00ySGVSaXdQUktSYndkaTU5a0VyQXVMUmYvbTlmREZLKzFRejBhRzNHSUZnditNd2VaVGNWQ3AxRUhVLzdQaitPNDFQL1JvcWw2LzJiV2hrL1o2OVd6S3o4d0JnSStMTFZiMmI2bWRHYjZhbklPbGgyNGk1RkppdVU3Tk10MFpYMnY5NjJVV3lQSHl6aWk4MWJraDFnN3kwWGFpdHBDSTBOdXJMbnA3MWNWdjE1SngrVUdPMGE4RjBaTlVsZEFMbU42a3lweVU3UlJPOUR4aThDVWlNaWNpQ2RCckVsSVNZN0JnVFFpVzVpV2hlOSt1OFBaMlJiMDZOc2pMbCtOQlNnN0N3ODRqUGk0RmFEOEFHTDBha0JnT1UxVzFOaXdXLys3V1dHKzlLZ0NjaUN0dGxDUUl3SURtTHZoUGIyL3RPdHpNQWptV0g3Nkp6OEx2UUtIVVQybC94ejdFeUcvUDRyYzNPa0VrQ0hDeWtxS1JreFd1SkpjR3IrRnQzUER0YTM2d2xvcnhSVVE4NXY1K1ZhOHBWbG1hMEp4VnFNRGdIWkY2czZHeGFmblljUHcyeHZyVjF3WlBqYit1cHhxOFhpOHZaNHozOTBSNnZoeXYvM0MrWERmbmxOd2lORmx6R0UyY3JQSGoyQTRZM05JRlNwVUszNTYvajRVSFluQTNzMER2K1B0WmhlaTlOUUxqTzNoaVdiL20ycVpZQUREV3J6NDJuWXpUTzM1RVczZjhNTVlmWXBHQXNOdHAySGppRG42OW1seHVIQnE2M2JUckdnblNYMFhleFM5WEhtRGxnSlo0czJNRHBPWVZZL0ZmMS9GMzdFUEVaeFFZUEllSWlPaHB4VkpuSXFJYTlFUkxuUTNKVFFQaUx3STVhVUJCTmlDMUFLd2RBRGR2d0wwNUlGUi8yWnNnQVAvcDFRd3IrcmVBU2dWOEduNEg3LzUyQlJZU0VhWjBhWWdaM1JxalpUMzFqTXY1eEN4c2owekFyclAzeXMzZ2xqVy9weGMrR3VpRGpBSTVYSmNmMUpZaUE4RHQrYjJSTHkvQnJIMVg4SGRzeFYyUDF3MzJ3ZHdnTDF4TnpzRXJ1ODhhYmQ1a0pSVmowOUEybU5pcEFWUXFZUDJ4V0x6L3h6V0R4OGJNN1FrUGUwdTh1TzAwSXU1bUdIM3R6NGUzeFpzZEcrQ25pNGxZY3pSV0w3d2JJeFVMR09Mamlna2RQTkhYdXg1c1pHSU0vUG8wRHVpRWNCOFhXN3pac1FGMm5Fa28xempMRUU4SFN5VDgwOVg1ZW1vdTJuNFNwdmYxTE12YjJRWXlpUWhYVFJqdjQyQ3BNNUg1NHM4S1BVbUdTcDBaZkltSWFsQ3RCOTlhSWhJRXpPemVHQWR2cEdxRG1GZ2s0TmI3dlJDZlVZQS9yNmRnNytVSHVHbWdGTmtZUVFCMmp2UkZaRUltTnArSzAzdXVnYU1Wa3JJTHk4MFdHeksvcHhlY3JXWDRJUFJHcGMyYXJLUmlyQi9zZzYybjd5STZLZHZvY2EvNzFjZUZwT3hLeTMrOW5LMlJWYWpBUTUwOWZLdENLaGJnN1d5RGhNekNTbThVVk1UVHdSS3JCL3JncTlQeFQ5VzJSUXkrUk9hTFB5djBKREg0RWhFOVljOXI4RFZHTEJMMDlxOGwwc1hnUzJTKytMTkNUNUtoNFB2OHRMTWpJcUpheDlCTFJFUkV0WUhCbDRpSWlJaUlpTXdhZ3k4UkVSSFJJN0swdEVSK2ZuNXRENFBvcVphZm53OHJLNnZLRHlTcVFReStSRVJFUkkvSXc4TUQ4Zkh4dFQwTW9xZGFmSHc4M04zZGEzc1k5SnhqOENVaUlpSjZSQUVCQVRodzRFQnRENFBvcVhiZ3dBRUVCQVRVOWpEb09jZmdTMFJFUlBTSVJvNGNpYWlvS0Z5NGNLRzJoMEwwVkxwdzRRS2lvcUl3Y3VUSTJoNEtQZWNZZkltSWlJZ2VrYlcxTmViT25ZdlZxMWN6L0JLVmNlSENCYXhldlJyejVzMkR0YlYxYlErSG5uT1MyaDRBRVJFUjBiUE0zOThmOCtmUHg5cTFhOUdwVXljTUdEQUFqUm8xNGdkOWVpN2w1K2NqUGo0ZUJ3NGNRRlJVRkJZc1dBQS9QNy9hSGhZUkJKVkt4VTBWaVlocWlEQi9mMjBQZ2VpWm9Wb3pwTGFIOEZqeTgvTVJFaEtDa3lkUElpa3BDUVVGQmJVOUpLSW56c3JLQ3U3dTdnZ0lDTURJa1NONUE0aHFoU0FJUXJuSEdIeUppR29PZ3krUjZaNzE0RXRFUkU4SFE4R1hhM3lKaUlpSWlJaklyREg0RWhFUkVSRVJrVmxqOENVaUlpSWlJaUt6eHVCTFJFUkVSRVJFWm8zQmw0aUlpSWlJaU13YWd5OFJFUkVSRVJHWk5RWmZJaUlpSWlJaU1tc012a1JFUkVSRVJHVFdHSHlKaUlpSWlJaklyREg0RWhFUkVSRVJrVmxqOENVaUlpSWlJaUt6SnFoVUtsVnRENEtJaUlpSWlJaW9PZ2lDSUpSOWpETytSRVJFUkVSRVpOWVlmSW1JaUlpSWlNaXNNZmdTRVJFUkVSR1JXV1B3SlNJaUlpSWlJclBHNEV0RVJFUkVSRVJtamNHWGlJaUlpSWlJekJxREx4RVJFUkVSRVprMUJsOGlJaUlpSWlJeWF3eStSRVJFUkVSRVpOWVlmSW1JaUlpSWlNaXNNZmdTRVJFUkVSR1JXV1B3SlNJaUlpSWlJclBHNEV0RVJFUkVSRVJtamNHWGlJaUlpSWlJekJxREx4RVJFUkVSRVprMUJsOGlJaUlpSWlJeWF3eStSRVJFUkVSRVpOWVlmSW1JaUlpSWlNaXNNZmdTRVJFUkVSR1JXV1B3SlNJaUlpSWlJclBHNEV0RVJFUkVSRVJtamNHWGlJaUlpSWlJekJxREx4RVJFUkVSRVprMUJsOGlJaUlpSWlJeWF3eStSRVJFUkVSRVpOWVlmSW1JaUlpSWlNaXNNZmdTRVJFUkVSR1JXV1B3SlNJaUlpSWlJclBHNEV0RVJFUkVSRVJtamNHWGlJaUlpSWlJekJxREx4RVJFUkVSRVprMUJsOGlJaUlpSWlJeWF3eStSRVJFUkVSRVpOWVlmSW1JaUlpSWlNaXNNZmdTRVJFUkVSR1JXV1B3SlNJaUlpSWlJclBHNEV0RVJFUkVSRVJtamNHWGlJaUlpSWlJekJxREx4RVJFUkVSRVprMUJsOGlJaUlpSWlJeWF3eStSRVJFUkVSRVpOWVlmSW1JaUlpSWlNaXNNZmdTRVJFUkVSRVJFUkVSRVJFUkVSRVJFUkVSRVJFUkVSRVJFUkVSRVQxWi93K000UDgzWjFOMnRRQUFBQUJKUlU1RXJrSmdnZz09IiwKCSJUaGVtZSIgOiAiIiwKCSJUeXBlIiA6ICJtaW5kIiwKCSJWZXJzaW9uIiA6ICIxIgp9Cg=="/>
    </extobj>
  </extobjs>
</s:customData>
</file>

<file path=customXml/itemProps1.xml><?xml version="1.0" encoding="utf-8"?>
<ds:datastoreItem xmlns:ds="http://schemas.openxmlformats.org/officeDocument/2006/customXml" ds:itemID="{76EFF7A0-A4EE-4D79-9FBF-D233B1B28E8F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10426</TotalTime>
  <Words>2036</Words>
  <Application>Microsoft Office PowerPoint</Application>
  <PresentationFormat>宽屏</PresentationFormat>
  <Paragraphs>214</Paragraphs>
  <Slides>18</Slides>
  <Notes>18</Notes>
  <HiddenSlides>1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微软雅黑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PC38</dc:creator>
  <cp:lastModifiedBy>xinyue lin</cp:lastModifiedBy>
  <cp:revision>64</cp:revision>
  <cp:lastPrinted>2022-04-19T16:14:00Z</cp:lastPrinted>
  <dcterms:created xsi:type="dcterms:W3CDTF">2022-04-19T16:14:00Z</dcterms:created>
  <dcterms:modified xsi:type="dcterms:W3CDTF">2026-04-02T17:35:27Z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6E8EB9321303413583556D0CA523AE63_11</vt:lpwstr>
  </property>
  <property fmtid="{D5CDD505-2E9C-101B-9397-08002B2CF9AE}" pid="3" name="KSOProductBuildVer">
    <vt:lpwstr>2052-12.1.0.16729</vt:lpwstr>
  </property>
  <property fmtid="{D5CDD505-2E9C-101B-9397-08002B2CF9AE}" pid="4" name="KSOTemplateUUID">
    <vt:lpwstr>v1.0_mb_YpMoFNDOUrUy5Oe6W9ylDg==</vt:lpwstr>
  </property>
</Properties>
</file>